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90" r:id="rId6"/>
    <p:sldId id="258" r:id="rId7"/>
    <p:sldId id="264" r:id="rId8"/>
    <p:sldId id="276" r:id="rId9"/>
    <p:sldId id="277" r:id="rId10"/>
    <p:sldId id="278" r:id="rId11"/>
    <p:sldId id="279" r:id="rId12"/>
    <p:sldId id="280" r:id="rId13"/>
    <p:sldId id="272" r:id="rId14"/>
    <p:sldId id="268" r:id="rId15"/>
    <p:sldId id="269" r:id="rId16"/>
    <p:sldId id="283" r:id="rId17"/>
    <p:sldId id="281" r:id="rId18"/>
    <p:sldId id="292" r:id="rId19"/>
    <p:sldId id="284" r:id="rId20"/>
    <p:sldId id="286" r:id="rId21"/>
    <p:sldId id="285" r:id="rId22"/>
    <p:sldId id="270" r:id="rId23"/>
    <p:sldId id="287" r:id="rId24"/>
    <p:sldId id="275" r:id="rId25"/>
    <p:sldId id="288" r:id="rId26"/>
    <p:sldId id="289" r:id="rId27"/>
    <p:sldId id="291" r:id="rId28"/>
    <p:sldId id="26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0E83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6D3B5A-B6FF-4FD2-88E4-40516855D43D}" v="124" dt="2026-08-11T13:50:54.6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mtha Santhosh Nuvesh" userId="4e7e0d919fa93194" providerId="LiveId" clId="{6A2374A3-F1CF-4EE6-861B-6A57B023A41A}"/>
    <pc:docChg chg="undo custSel addSld delSld modSld sldOrd modMainMaster">
      <pc:chgData name="Mamtha Santhosh Nuvesh" userId="4e7e0d919fa93194" providerId="LiveId" clId="{6A2374A3-F1CF-4EE6-861B-6A57B023A41A}" dt="2026-08-11T13:56:30.677" v="7661" actId="1076"/>
      <pc:docMkLst>
        <pc:docMk/>
      </pc:docMkLst>
      <pc:sldChg chg="addSp delSp modSp mod modTransition">
        <pc:chgData name="Mamtha Santhosh Nuvesh" userId="4e7e0d919fa93194" providerId="LiveId" clId="{6A2374A3-F1CF-4EE6-861B-6A57B023A41A}" dt="2026-07-31T15:32:11.303" v="6046" actId="1036"/>
        <pc:sldMkLst>
          <pc:docMk/>
          <pc:sldMk cId="3998442563" sldId="256"/>
        </pc:sldMkLst>
        <pc:picChg chg="mod">
          <ac:chgData name="Mamtha Santhosh Nuvesh" userId="4e7e0d919fa93194" providerId="LiveId" clId="{6A2374A3-F1CF-4EE6-861B-6A57B023A41A}" dt="2026-07-31T15:32:11.303" v="6046" actId="1036"/>
          <ac:picMkLst>
            <pc:docMk/>
            <pc:sldMk cId="3998442563" sldId="256"/>
            <ac:picMk id="5" creationId="{8B5E06D0-1691-A631-DF9D-CA07712775CE}"/>
          </ac:picMkLst>
        </pc:picChg>
        <pc:picChg chg="mod">
          <ac:chgData name="Mamtha Santhosh Nuvesh" userId="4e7e0d919fa93194" providerId="LiveId" clId="{6A2374A3-F1CF-4EE6-861B-6A57B023A41A}" dt="2026-07-20T14:34:49.375" v="6008" actId="1037"/>
          <ac:picMkLst>
            <pc:docMk/>
            <pc:sldMk cId="3998442563" sldId="256"/>
            <ac:picMk id="13" creationId="{B5A9A8EE-D1A3-50C3-54A4-E1DB7C65E5AA}"/>
          </ac:picMkLst>
        </pc:picChg>
        <pc:picChg chg="mod">
          <ac:chgData name="Mamtha Santhosh Nuvesh" userId="4e7e0d919fa93194" providerId="LiveId" clId="{6A2374A3-F1CF-4EE6-861B-6A57B023A41A}" dt="2026-07-20T14:34:54.225" v="6018" actId="1037"/>
          <ac:picMkLst>
            <pc:docMk/>
            <pc:sldMk cId="3998442563" sldId="256"/>
            <ac:picMk id="15" creationId="{A55B2437-6C70-962D-588B-3E0267F6F733}"/>
          </ac:picMkLst>
        </pc:picChg>
        <pc:picChg chg="mod">
          <ac:chgData name="Mamtha Santhosh Nuvesh" userId="4e7e0d919fa93194" providerId="LiveId" clId="{6A2374A3-F1CF-4EE6-861B-6A57B023A41A}" dt="2026-07-20T14:33:43.860" v="5986" actId="14100"/>
          <ac:picMkLst>
            <pc:docMk/>
            <pc:sldMk cId="3998442563" sldId="256"/>
            <ac:picMk id="17" creationId="{E38482F6-5543-CE5E-05CE-FDBCD7222F72}"/>
          </ac:picMkLst>
        </pc:picChg>
        <pc:picChg chg="mod">
          <ac:chgData name="Mamtha Santhosh Nuvesh" userId="4e7e0d919fa93194" providerId="LiveId" clId="{6A2374A3-F1CF-4EE6-861B-6A57B023A41A}" dt="2026-07-20T14:34:58.165" v="6029" actId="1037"/>
          <ac:picMkLst>
            <pc:docMk/>
            <pc:sldMk cId="3998442563" sldId="256"/>
            <ac:picMk id="19" creationId="{BE00A190-CA47-129B-A269-7F59EE5DE924}"/>
          </ac:picMkLst>
        </pc:picChg>
        <pc:picChg chg="mod">
          <ac:chgData name="Mamtha Santhosh Nuvesh" userId="4e7e0d919fa93194" providerId="LiveId" clId="{6A2374A3-F1CF-4EE6-861B-6A57B023A41A}" dt="2026-07-20T14:35:03.289" v="6042" actId="1037"/>
          <ac:picMkLst>
            <pc:docMk/>
            <pc:sldMk cId="3998442563" sldId="256"/>
            <ac:picMk id="21" creationId="{644C322C-5081-4C32-DD74-DD8273508A5B}"/>
          </ac:picMkLst>
        </pc:picChg>
      </pc:sldChg>
      <pc:sldChg chg="addSp delSp modSp mod modTransition">
        <pc:chgData name="Mamtha Santhosh Nuvesh" userId="4e7e0d919fa93194" providerId="LiveId" clId="{6A2374A3-F1CF-4EE6-861B-6A57B023A41A}" dt="2026-07-16T18:51:46.877" v="5356"/>
        <pc:sldMkLst>
          <pc:docMk/>
          <pc:sldMk cId="2724592963" sldId="258"/>
        </pc:sldMkLst>
        <pc:spChg chg="add">
          <ac:chgData name="Mamtha Santhosh Nuvesh" userId="4e7e0d919fa93194" providerId="LiveId" clId="{6A2374A3-F1CF-4EE6-861B-6A57B023A41A}" dt="2026-07-15T14:41:29.141" v="118" actId="22"/>
          <ac:spMkLst>
            <pc:docMk/>
            <pc:sldMk cId="2724592963" sldId="258"/>
            <ac:spMk id="61" creationId="{E4ABC4C6-7B82-57FD-24FD-10F2A948CF7A}"/>
          </ac:spMkLst>
        </pc:spChg>
        <pc:spChg chg="add mod">
          <ac:chgData name="Mamtha Santhosh Nuvesh" userId="4e7e0d919fa93194" providerId="LiveId" clId="{6A2374A3-F1CF-4EE6-861B-6A57B023A41A}" dt="2026-07-15T17:51:36.497" v="4321" actId="207"/>
          <ac:spMkLst>
            <pc:docMk/>
            <pc:sldMk cId="2724592963" sldId="258"/>
            <ac:spMk id="81" creationId="{A4FFD940-3F42-B523-F3E0-9896D793573D}"/>
          </ac:spMkLst>
        </pc:spChg>
        <pc:spChg chg="add mod">
          <ac:chgData name="Mamtha Santhosh Nuvesh" userId="4e7e0d919fa93194" providerId="LiveId" clId="{6A2374A3-F1CF-4EE6-861B-6A57B023A41A}" dt="2026-07-15T17:51:36.497" v="4321" actId="207"/>
          <ac:spMkLst>
            <pc:docMk/>
            <pc:sldMk cId="2724592963" sldId="258"/>
            <ac:spMk id="85" creationId="{A35E1E8D-DFCC-0CBE-D045-84C2F6645208}"/>
          </ac:spMkLst>
        </pc:spChg>
        <pc:spChg chg="add mod">
          <ac:chgData name="Mamtha Santhosh Nuvesh" userId="4e7e0d919fa93194" providerId="LiveId" clId="{6A2374A3-F1CF-4EE6-861B-6A57B023A41A}" dt="2026-07-15T17:51:36.497" v="4321" actId="207"/>
          <ac:spMkLst>
            <pc:docMk/>
            <pc:sldMk cId="2724592963" sldId="258"/>
            <ac:spMk id="89" creationId="{8278BA66-D2F9-7DC4-9B07-984775FB7E46}"/>
          </ac:spMkLst>
        </pc:spChg>
        <pc:spChg chg="add mod">
          <ac:chgData name="Mamtha Santhosh Nuvesh" userId="4e7e0d919fa93194" providerId="LiveId" clId="{6A2374A3-F1CF-4EE6-861B-6A57B023A41A}" dt="2026-07-15T17:51:46.922" v="4322" actId="207"/>
          <ac:spMkLst>
            <pc:docMk/>
            <pc:sldMk cId="2724592963" sldId="258"/>
            <ac:spMk id="93" creationId="{6518F3B6-E6E7-E69B-868F-80AAD89D7C45}"/>
          </ac:spMkLst>
        </pc:spChg>
        <pc:spChg chg="add mod">
          <ac:chgData name="Mamtha Santhosh Nuvesh" userId="4e7e0d919fa93194" providerId="LiveId" clId="{6A2374A3-F1CF-4EE6-861B-6A57B023A41A}" dt="2026-07-15T17:51:46.922" v="4322" actId="207"/>
          <ac:spMkLst>
            <pc:docMk/>
            <pc:sldMk cId="2724592963" sldId="258"/>
            <ac:spMk id="95" creationId="{AE4F8D08-2AEF-A8E3-7E69-5EFBCDD96740}"/>
          </ac:spMkLst>
        </pc:spChg>
        <pc:spChg chg="add mod">
          <ac:chgData name="Mamtha Santhosh Nuvesh" userId="4e7e0d919fa93194" providerId="LiveId" clId="{6A2374A3-F1CF-4EE6-861B-6A57B023A41A}" dt="2026-07-15T17:51:46.922" v="4322" actId="207"/>
          <ac:spMkLst>
            <pc:docMk/>
            <pc:sldMk cId="2724592963" sldId="258"/>
            <ac:spMk id="97" creationId="{E2C5E0AD-9195-168D-BA7B-350A60703998}"/>
          </ac:spMkLst>
        </pc:spChg>
        <pc:spChg chg="add mod">
          <ac:chgData name="Mamtha Santhosh Nuvesh" userId="4e7e0d919fa93194" providerId="LiveId" clId="{6A2374A3-F1CF-4EE6-861B-6A57B023A41A}" dt="2026-07-15T17:52:15.354" v="4323" actId="207"/>
          <ac:spMkLst>
            <pc:docMk/>
            <pc:sldMk cId="2724592963" sldId="258"/>
            <ac:spMk id="99" creationId="{59C60850-3C27-A471-F390-075A1325BD89}"/>
          </ac:spMkLst>
        </pc:spChg>
        <pc:spChg chg="add mod">
          <ac:chgData name="Mamtha Santhosh Nuvesh" userId="4e7e0d919fa93194" providerId="LiveId" clId="{6A2374A3-F1CF-4EE6-861B-6A57B023A41A}" dt="2026-07-15T17:52:15.354" v="4323" actId="207"/>
          <ac:spMkLst>
            <pc:docMk/>
            <pc:sldMk cId="2724592963" sldId="258"/>
            <ac:spMk id="101" creationId="{6ABFA8C9-E54C-C9E5-03CF-C7D88B767033}"/>
          </ac:spMkLst>
        </pc:spChg>
        <pc:spChg chg="add mod">
          <ac:chgData name="Mamtha Santhosh Nuvesh" userId="4e7e0d919fa93194" providerId="LiveId" clId="{6A2374A3-F1CF-4EE6-861B-6A57B023A41A}" dt="2026-07-15T17:52:15.354" v="4323" actId="207"/>
          <ac:spMkLst>
            <pc:docMk/>
            <pc:sldMk cId="2724592963" sldId="258"/>
            <ac:spMk id="103" creationId="{75FEF873-F655-590B-6CB9-75C2D497AB12}"/>
          </ac:spMkLst>
        </pc:spChg>
        <pc:spChg chg="add">
          <ac:chgData name="Mamtha Santhosh Nuvesh" userId="4e7e0d919fa93194" providerId="LiveId" clId="{6A2374A3-F1CF-4EE6-861B-6A57B023A41A}" dt="2026-07-15T16:54:43.192" v="2922" actId="22"/>
          <ac:spMkLst>
            <pc:docMk/>
            <pc:sldMk cId="2724592963" sldId="258"/>
            <ac:spMk id="105" creationId="{C9E101BB-2F09-BA8E-39CD-2978F80CBA4E}"/>
          </ac:spMkLst>
        </pc:spChg>
        <pc:picChg chg="add del">
          <ac:chgData name="Mamtha Santhosh Nuvesh" userId="4e7e0d919fa93194" providerId="LiveId" clId="{6A2374A3-F1CF-4EE6-861B-6A57B023A41A}" dt="2026-07-15T16:13:04.368" v="820" actId="478"/>
          <ac:picMkLst>
            <pc:docMk/>
            <pc:sldMk cId="2724592963" sldId="258"/>
            <ac:picMk id="3" creationId="{71A53369-726B-9624-82A0-9F29F6CF2218}"/>
          </ac:picMkLst>
        </pc:picChg>
        <pc:picChg chg="mod">
          <ac:chgData name="Mamtha Santhosh Nuvesh" userId="4e7e0d919fa93194" providerId="LiveId" clId="{6A2374A3-F1CF-4EE6-861B-6A57B023A41A}" dt="2026-07-15T16:55:56.597" v="2925" actId="14100"/>
          <ac:picMkLst>
            <pc:docMk/>
            <pc:sldMk cId="2724592963" sldId="258"/>
            <ac:picMk id="107" creationId="{A3DEA030-A632-79CA-F561-9905E0DDCD65}"/>
          </ac:picMkLst>
        </pc:picChg>
      </pc:sldChg>
      <pc:sldChg chg="addSp mod modTransition">
        <pc:chgData name="Mamtha Santhosh Nuvesh" userId="4e7e0d919fa93194" providerId="LiveId" clId="{6A2374A3-F1CF-4EE6-861B-6A57B023A41A}" dt="2026-07-16T18:51:46.877" v="5356"/>
        <pc:sldMkLst>
          <pc:docMk/>
          <pc:sldMk cId="3998811702" sldId="259"/>
        </pc:sldMkLst>
        <pc:spChg chg="add">
          <ac:chgData name="Mamtha Santhosh Nuvesh" userId="4e7e0d919fa93194" providerId="LiveId" clId="{6A2374A3-F1CF-4EE6-861B-6A57B023A41A}" dt="2026-07-15T14:41:19.680" v="115" actId="22"/>
          <ac:spMkLst>
            <pc:docMk/>
            <pc:sldMk cId="3998811702" sldId="259"/>
            <ac:spMk id="25" creationId="{89BA074B-3908-B34A-FEAF-D1647D792E4D}"/>
          </ac:spMkLst>
        </pc:spChg>
      </pc:sldChg>
      <pc:sldChg chg="addSp delSp modSp mod modTransition">
        <pc:chgData name="Mamtha Santhosh Nuvesh" userId="4e7e0d919fa93194" providerId="LiveId" clId="{6A2374A3-F1CF-4EE6-861B-6A57B023A41A}" dt="2026-07-31T16:58:01.283" v="6990" actId="20577"/>
        <pc:sldMkLst>
          <pc:docMk/>
          <pc:sldMk cId="257338748" sldId="260"/>
        </pc:sldMkLst>
        <pc:spChg chg="add">
          <ac:chgData name="Mamtha Santhosh Nuvesh" userId="4e7e0d919fa93194" providerId="LiveId" clId="{6A2374A3-F1CF-4EE6-861B-6A57B023A41A}" dt="2026-07-15T14:41:22.846" v="116" actId="22"/>
          <ac:spMkLst>
            <pc:docMk/>
            <pc:sldMk cId="257338748" sldId="260"/>
            <ac:spMk id="12" creationId="{F608BF9D-12DA-300B-FA4C-358C91AE88B0}"/>
          </ac:spMkLst>
        </pc:spChg>
        <pc:graphicFrameChg chg="mod modGraphic">
          <ac:chgData name="Mamtha Santhosh Nuvesh" userId="4e7e0d919fa93194" providerId="LiveId" clId="{6A2374A3-F1CF-4EE6-861B-6A57B023A41A}" dt="2026-07-31T16:58:01.283" v="6990" actId="20577"/>
          <ac:graphicFrameMkLst>
            <pc:docMk/>
            <pc:sldMk cId="257338748" sldId="260"/>
            <ac:graphicFrameMk id="8" creationId="{C72C6FB8-DEB1-48CF-90C3-826D80D6C850}"/>
          </ac:graphicFrameMkLst>
        </pc:graphicFrameChg>
      </pc:sldChg>
      <pc:sldChg chg="addSp delSp modSp mod modTransition">
        <pc:chgData name="Mamtha Santhosh Nuvesh" userId="4e7e0d919fa93194" providerId="LiveId" clId="{6A2374A3-F1CF-4EE6-861B-6A57B023A41A}" dt="2026-07-16T18:51:46.877" v="5356"/>
        <pc:sldMkLst>
          <pc:docMk/>
          <pc:sldMk cId="2534201287" sldId="261"/>
        </pc:sldMkLst>
        <pc:spChg chg="mod">
          <ac:chgData name="Mamtha Santhosh Nuvesh" userId="4e7e0d919fa93194" providerId="LiveId" clId="{6A2374A3-F1CF-4EE6-861B-6A57B023A41A}" dt="2026-07-16T16:56:34.780" v="4491" actId="1076"/>
          <ac:spMkLst>
            <pc:docMk/>
            <pc:sldMk cId="2534201287" sldId="261"/>
            <ac:spMk id="5" creationId="{95E0EE11-D341-8628-320B-235836837608}"/>
          </ac:spMkLst>
        </pc:spChg>
        <pc:spChg chg="mod">
          <ac:chgData name="Mamtha Santhosh Nuvesh" userId="4e7e0d919fa93194" providerId="LiveId" clId="{6A2374A3-F1CF-4EE6-861B-6A57B023A41A}" dt="2026-07-16T16:54:32.090" v="4476" actId="1076"/>
          <ac:spMkLst>
            <pc:docMk/>
            <pc:sldMk cId="2534201287" sldId="261"/>
            <ac:spMk id="8" creationId="{132F7816-7B8E-438A-40CB-958A180BB532}"/>
          </ac:spMkLst>
        </pc:spChg>
        <pc:spChg chg="mod">
          <ac:chgData name="Mamtha Santhosh Nuvesh" userId="4e7e0d919fa93194" providerId="LiveId" clId="{6A2374A3-F1CF-4EE6-861B-6A57B023A41A}" dt="2026-07-16T16:56:23.981" v="4489" actId="1076"/>
          <ac:spMkLst>
            <pc:docMk/>
            <pc:sldMk cId="2534201287" sldId="261"/>
            <ac:spMk id="10" creationId="{9EADA35B-6F93-81EE-DA21-9CA76D1DD836}"/>
          </ac:spMkLst>
        </pc:spChg>
        <pc:spChg chg="add mod">
          <ac:chgData name="Mamtha Santhosh Nuvesh" userId="4e7e0d919fa93194" providerId="LiveId" clId="{6A2374A3-F1CF-4EE6-861B-6A57B023A41A}" dt="2026-07-16T16:57:30.423" v="4497" actId="1076"/>
          <ac:spMkLst>
            <pc:docMk/>
            <pc:sldMk cId="2534201287" sldId="261"/>
            <ac:spMk id="14" creationId="{8676F5FC-E16D-4D29-C34F-F0EC3B6B9544}"/>
          </ac:spMkLst>
        </pc:spChg>
        <pc:spChg chg="mod">
          <ac:chgData name="Mamtha Santhosh Nuvesh" userId="4e7e0d919fa93194" providerId="LiveId" clId="{6A2374A3-F1CF-4EE6-861B-6A57B023A41A}" dt="2026-07-16T16:56:34.780" v="4491" actId="1076"/>
          <ac:spMkLst>
            <pc:docMk/>
            <pc:sldMk cId="2534201287" sldId="261"/>
            <ac:spMk id="17" creationId="{570EDF9F-CE14-4D3E-A639-C51EAB1661E8}"/>
          </ac:spMkLst>
        </pc:spChg>
        <pc:spChg chg="add mod">
          <ac:chgData name="Mamtha Santhosh Nuvesh" userId="4e7e0d919fa93194" providerId="LiveId" clId="{6A2374A3-F1CF-4EE6-861B-6A57B023A41A}" dt="2026-07-16T16:56:50.060" v="4493" actId="1076"/>
          <ac:spMkLst>
            <pc:docMk/>
            <pc:sldMk cId="2534201287" sldId="261"/>
            <ac:spMk id="18" creationId="{F9D9328F-1A6C-88B7-55E4-FA5D11BE561F}"/>
          </ac:spMkLst>
        </pc:spChg>
        <pc:spChg chg="mod">
          <ac:chgData name="Mamtha Santhosh Nuvesh" userId="4e7e0d919fa93194" providerId="LiveId" clId="{6A2374A3-F1CF-4EE6-861B-6A57B023A41A}" dt="2026-07-16T16:54:32.090" v="4476" actId="1076"/>
          <ac:spMkLst>
            <pc:docMk/>
            <pc:sldMk cId="2534201287" sldId="261"/>
            <ac:spMk id="19" creationId="{DA31420D-0FB6-94B5-613A-F5B0E64489AF}"/>
          </ac:spMkLst>
        </pc:spChg>
        <pc:spChg chg="mod">
          <ac:chgData name="Mamtha Santhosh Nuvesh" userId="4e7e0d919fa93194" providerId="LiveId" clId="{6A2374A3-F1CF-4EE6-861B-6A57B023A41A}" dt="2026-07-16T16:54:51.441" v="4477" actId="1076"/>
          <ac:spMkLst>
            <pc:docMk/>
            <pc:sldMk cId="2534201287" sldId="261"/>
            <ac:spMk id="21" creationId="{0F8AC7C2-FBBF-8AC9-2A90-A7BE25F0F8EA}"/>
          </ac:spMkLst>
        </pc:spChg>
        <pc:spChg chg="mod">
          <ac:chgData name="Mamtha Santhosh Nuvesh" userId="4e7e0d919fa93194" providerId="LiveId" clId="{6A2374A3-F1CF-4EE6-861B-6A57B023A41A}" dt="2026-07-16T16:56:50.060" v="4493" actId="1076"/>
          <ac:spMkLst>
            <pc:docMk/>
            <pc:sldMk cId="2534201287" sldId="261"/>
            <ac:spMk id="23" creationId="{6139F3EB-83D3-004F-D584-F945036F3A53}"/>
          </ac:spMkLst>
        </pc:spChg>
        <pc:spChg chg="mod">
          <ac:chgData name="Mamtha Santhosh Nuvesh" userId="4e7e0d919fa93194" providerId="LiveId" clId="{6A2374A3-F1CF-4EE6-861B-6A57B023A41A}" dt="2026-07-16T16:55:39.776" v="4483" actId="1076"/>
          <ac:spMkLst>
            <pc:docMk/>
            <pc:sldMk cId="2534201287" sldId="261"/>
            <ac:spMk id="25" creationId="{8F72FAA2-6B73-6582-889C-AAE32997F5B0}"/>
          </ac:spMkLst>
        </pc:spChg>
        <pc:spChg chg="add mod">
          <ac:chgData name="Mamtha Santhosh Nuvesh" userId="4e7e0d919fa93194" providerId="LiveId" clId="{6A2374A3-F1CF-4EE6-861B-6A57B023A41A}" dt="2026-07-16T16:55:39.776" v="4483" actId="1076"/>
          <ac:spMkLst>
            <pc:docMk/>
            <pc:sldMk cId="2534201287" sldId="261"/>
            <ac:spMk id="26" creationId="{BFCDE9A0-24E0-5141-C726-21FC2775C1D4}"/>
          </ac:spMkLst>
        </pc:spChg>
        <pc:spChg chg="mod">
          <ac:chgData name="Mamtha Santhosh Nuvesh" userId="4e7e0d919fa93194" providerId="LiveId" clId="{6A2374A3-F1CF-4EE6-861B-6A57B023A41A}" dt="2026-07-16T16:55:51.979" v="4487" actId="1036"/>
          <ac:spMkLst>
            <pc:docMk/>
            <pc:sldMk cId="2534201287" sldId="261"/>
            <ac:spMk id="29" creationId="{F9518CA4-810A-4513-8283-8F697EC0EBF5}"/>
          </ac:spMkLst>
        </pc:spChg>
        <pc:spChg chg="add mod">
          <ac:chgData name="Mamtha Santhosh Nuvesh" userId="4e7e0d919fa93194" providerId="LiveId" clId="{6A2374A3-F1CF-4EE6-861B-6A57B023A41A}" dt="2026-07-16T16:57:44.219" v="4500" actId="1076"/>
          <ac:spMkLst>
            <pc:docMk/>
            <pc:sldMk cId="2534201287" sldId="261"/>
            <ac:spMk id="31" creationId="{EEAC5BD2-606A-BC1A-99FD-E8E89D7E7464}"/>
          </ac:spMkLst>
        </pc:spChg>
        <pc:spChg chg="add">
          <ac:chgData name="Mamtha Santhosh Nuvesh" userId="4e7e0d919fa93194" providerId="LiveId" clId="{6A2374A3-F1CF-4EE6-861B-6A57B023A41A}" dt="2026-07-15T14:41:26.301" v="117" actId="22"/>
          <ac:spMkLst>
            <pc:docMk/>
            <pc:sldMk cId="2534201287" sldId="261"/>
            <ac:spMk id="33" creationId="{E07DC48F-8992-2D3E-4A24-2AC12822D4CE}"/>
          </ac:spMkLst>
        </pc:spChg>
        <pc:picChg chg="mod">
          <ac:chgData name="Mamtha Santhosh Nuvesh" userId="4e7e0d919fa93194" providerId="LiveId" clId="{6A2374A3-F1CF-4EE6-861B-6A57B023A41A}" dt="2026-07-16T16:56:03.745" v="4488" actId="14100"/>
          <ac:picMkLst>
            <pc:docMk/>
            <pc:sldMk cId="2534201287" sldId="261"/>
            <ac:picMk id="3" creationId="{1A79EC53-12B2-1445-5A0B-70CCBAAE99D5}"/>
          </ac:picMkLst>
        </pc:picChg>
        <pc:picChg chg="mod">
          <ac:chgData name="Mamtha Santhosh Nuvesh" userId="4e7e0d919fa93194" providerId="LiveId" clId="{6A2374A3-F1CF-4EE6-861B-6A57B023A41A}" dt="2026-07-16T16:56:28.357" v="4490" actId="1076"/>
          <ac:picMkLst>
            <pc:docMk/>
            <pc:sldMk cId="2534201287" sldId="261"/>
            <ac:picMk id="4" creationId="{2B58D986-E69F-CF14-2681-B16CB73A79FE}"/>
          </ac:picMkLst>
        </pc:picChg>
        <pc:picChg chg="mod">
          <ac:chgData name="Mamtha Santhosh Nuvesh" userId="4e7e0d919fa93194" providerId="LiveId" clId="{6A2374A3-F1CF-4EE6-861B-6A57B023A41A}" dt="2026-07-16T16:54:11.682" v="4474" actId="1076"/>
          <ac:picMkLst>
            <pc:docMk/>
            <pc:sldMk cId="2534201287" sldId="261"/>
            <ac:picMk id="6" creationId="{123B5BB1-DF60-9967-0043-FB591050FA01}"/>
          </ac:picMkLst>
        </pc:picChg>
        <pc:picChg chg="mod">
          <ac:chgData name="Mamtha Santhosh Nuvesh" userId="4e7e0d919fa93194" providerId="LiveId" clId="{6A2374A3-F1CF-4EE6-861B-6A57B023A41A}" dt="2026-07-16T16:54:07.279" v="4473" actId="1076"/>
          <ac:picMkLst>
            <pc:docMk/>
            <pc:sldMk cId="2534201287" sldId="261"/>
            <ac:picMk id="11" creationId="{8012C7CA-9AA6-BED7-438C-B089DC8A5943}"/>
          </ac:picMkLst>
        </pc:picChg>
        <pc:picChg chg="mod">
          <ac:chgData name="Mamtha Santhosh Nuvesh" userId="4e7e0d919fa93194" providerId="LiveId" clId="{6A2374A3-F1CF-4EE6-861B-6A57B023A41A}" dt="2026-07-16T16:56:37.949" v="4492" actId="1076"/>
          <ac:picMkLst>
            <pc:docMk/>
            <pc:sldMk cId="2534201287" sldId="261"/>
            <ac:picMk id="13" creationId="{360353F3-06F1-A73D-27F3-0C2A6EE3D9A6}"/>
          </ac:picMkLst>
        </pc:picChg>
        <pc:picChg chg="mod">
          <ac:chgData name="Mamtha Santhosh Nuvesh" userId="4e7e0d919fa93194" providerId="LiveId" clId="{6A2374A3-F1CF-4EE6-861B-6A57B023A41A}" dt="2026-07-16T16:55:04.883" v="4479" actId="1076"/>
          <ac:picMkLst>
            <pc:docMk/>
            <pc:sldMk cId="2534201287" sldId="261"/>
            <ac:picMk id="15" creationId="{A045C86A-C796-0C9A-6C80-7BFF3EAA4B43}"/>
          </ac:picMkLst>
        </pc:picChg>
        <pc:picChg chg="mod">
          <ac:chgData name="Mamtha Santhosh Nuvesh" userId="4e7e0d919fa93194" providerId="LiveId" clId="{6A2374A3-F1CF-4EE6-861B-6A57B023A41A}" dt="2026-07-16T16:55:10.332" v="4480" actId="1076"/>
          <ac:picMkLst>
            <pc:docMk/>
            <pc:sldMk cId="2534201287" sldId="261"/>
            <ac:picMk id="27" creationId="{C667139F-3670-60C8-7EE9-7114BE20736F}"/>
          </ac:picMkLst>
        </pc:picChg>
      </pc:sldChg>
      <pc:sldChg chg="addSp delSp modSp new mod modTransition">
        <pc:chgData name="Mamtha Santhosh Nuvesh" userId="4e7e0d919fa93194" providerId="LiveId" clId="{6A2374A3-F1CF-4EE6-861B-6A57B023A41A}" dt="2026-07-31T17:10:57.924" v="7315" actId="1076"/>
        <pc:sldMkLst>
          <pc:docMk/>
          <pc:sldMk cId="3406869636" sldId="262"/>
        </pc:sldMkLst>
        <pc:spChg chg="add mod">
          <ac:chgData name="Mamtha Santhosh Nuvesh" userId="4e7e0d919fa93194" providerId="LiveId" clId="{6A2374A3-F1CF-4EE6-861B-6A57B023A41A}" dt="2026-07-31T17:10:52.490" v="7314" actId="1076"/>
          <ac:spMkLst>
            <pc:docMk/>
            <pc:sldMk cId="3406869636" sldId="262"/>
            <ac:spMk id="4" creationId="{4B3E00D3-6050-2367-3CBB-9F70129D9CA5}"/>
          </ac:spMkLst>
        </pc:spChg>
        <pc:spChg chg="add mod">
          <ac:chgData name="Mamtha Santhosh Nuvesh" userId="4e7e0d919fa93194" providerId="LiveId" clId="{6A2374A3-F1CF-4EE6-861B-6A57B023A41A}" dt="2026-07-31T17:10:57.924" v="7315" actId="1076"/>
          <ac:spMkLst>
            <pc:docMk/>
            <pc:sldMk cId="3406869636" sldId="262"/>
            <ac:spMk id="5" creationId="{6D3D15DB-1525-B0FA-4170-C3D5AAA08265}"/>
          </ac:spMkLst>
        </pc:spChg>
        <pc:spChg chg="add mod">
          <ac:chgData name="Mamtha Santhosh Nuvesh" userId="4e7e0d919fa93194" providerId="LiveId" clId="{6A2374A3-F1CF-4EE6-861B-6A57B023A41A}" dt="2026-07-15T14:41:14.556" v="114" actId="1076"/>
          <ac:spMkLst>
            <pc:docMk/>
            <pc:sldMk cId="3406869636" sldId="262"/>
            <ac:spMk id="17" creationId="{A8B8DC54-DA32-3878-7235-D894DBE95203}"/>
          </ac:spMkLst>
        </pc:spChg>
        <pc:picChg chg="add mod">
          <ac:chgData name="Mamtha Santhosh Nuvesh" userId="4e7e0d919fa93194" providerId="LiveId" clId="{6A2374A3-F1CF-4EE6-861B-6A57B023A41A}" dt="2026-07-20T15:18:39.151" v="6043"/>
          <ac:picMkLst>
            <pc:docMk/>
            <pc:sldMk cId="3406869636" sldId="262"/>
            <ac:picMk id="3" creationId="{106441D0-E0B4-31AE-5AAC-4E4CD6A60D6F}"/>
          </ac:picMkLst>
        </pc:picChg>
        <pc:picChg chg="add mod">
          <ac:chgData name="Mamtha Santhosh Nuvesh" userId="4e7e0d919fa93194" providerId="LiveId" clId="{6A2374A3-F1CF-4EE6-861B-6A57B023A41A}" dt="2026-07-16T18:47:13.627" v="5280" actId="1036"/>
          <ac:picMkLst>
            <pc:docMk/>
            <pc:sldMk cId="3406869636" sldId="262"/>
            <ac:picMk id="7" creationId="{0C7BF528-7E0B-F81E-90F4-0B2D986FB774}"/>
          </ac:picMkLst>
        </pc:picChg>
        <pc:picChg chg="add mod">
          <ac:chgData name="Mamtha Santhosh Nuvesh" userId="4e7e0d919fa93194" providerId="LiveId" clId="{6A2374A3-F1CF-4EE6-861B-6A57B023A41A}" dt="2026-07-16T18:47:08.039" v="5263" actId="14100"/>
          <ac:picMkLst>
            <pc:docMk/>
            <pc:sldMk cId="3406869636" sldId="262"/>
            <ac:picMk id="9" creationId="{E4D03A87-141B-D6A7-EBF4-70B0DEAFCF9A}"/>
          </ac:picMkLst>
        </pc:picChg>
        <pc:picChg chg="add mod">
          <ac:chgData name="Mamtha Santhosh Nuvesh" userId="4e7e0d919fa93194" providerId="LiveId" clId="{6A2374A3-F1CF-4EE6-861B-6A57B023A41A}" dt="2026-07-16T18:47:36.936" v="5312" actId="1076"/>
          <ac:picMkLst>
            <pc:docMk/>
            <pc:sldMk cId="3406869636" sldId="262"/>
            <ac:picMk id="11" creationId="{DED68636-21AE-036C-E90B-9D778E6AEC8C}"/>
          </ac:picMkLst>
        </pc:picChg>
      </pc:sldChg>
      <pc:sldChg chg="addSp delSp modSp new mod ord modTransition">
        <pc:chgData name="Mamtha Santhosh Nuvesh" userId="4e7e0d919fa93194" providerId="LiveId" clId="{6A2374A3-F1CF-4EE6-861B-6A57B023A41A}" dt="2026-08-07T13:40:36.924" v="7353" actId="1037"/>
        <pc:sldMkLst>
          <pc:docMk/>
          <pc:sldMk cId="135485461" sldId="264"/>
        </pc:sldMkLst>
        <pc:spChg chg="add">
          <ac:chgData name="Mamtha Santhosh Nuvesh" userId="4e7e0d919fa93194" providerId="LiveId" clId="{6A2374A3-F1CF-4EE6-861B-6A57B023A41A}" dt="2026-07-16T18:48:48.129" v="5337" actId="22"/>
          <ac:spMkLst>
            <pc:docMk/>
            <pc:sldMk cId="135485461" sldId="264"/>
            <ac:spMk id="4" creationId="{4C03ED02-43C9-BEEA-4985-D9405974E161}"/>
          </ac:spMkLst>
        </pc:spChg>
        <pc:spChg chg="add mod">
          <ac:chgData name="Mamtha Santhosh Nuvesh" userId="4e7e0d919fa93194" providerId="LiveId" clId="{6A2374A3-F1CF-4EE6-861B-6A57B023A41A}" dt="2026-07-15T17:00:26.046" v="3194" actId="1035"/>
          <ac:spMkLst>
            <pc:docMk/>
            <pc:sldMk cId="135485461" sldId="264"/>
            <ac:spMk id="38" creationId="{3070D472-3AE5-76DD-6AB7-2B94F01D416F}"/>
          </ac:spMkLst>
        </pc:spChg>
        <pc:picChg chg="add mod">
          <ac:chgData name="Mamtha Santhosh Nuvesh" userId="4e7e0d919fa93194" providerId="LiveId" clId="{6A2374A3-F1CF-4EE6-861B-6A57B023A41A}" dt="2026-07-15T16:59:17.405" v="2973" actId="1076"/>
          <ac:picMkLst>
            <pc:docMk/>
            <pc:sldMk cId="135485461" sldId="264"/>
            <ac:picMk id="3" creationId="{EC8A6FDC-2C39-B011-F7D1-5508FDAF2864}"/>
          </ac:picMkLst>
        </pc:picChg>
        <pc:picChg chg="add mod">
          <ac:chgData name="Mamtha Santhosh Nuvesh" userId="4e7e0d919fa93194" providerId="LiveId" clId="{6A2374A3-F1CF-4EE6-861B-6A57B023A41A}" dt="2026-08-07T13:40:36.924" v="7353" actId="1037"/>
          <ac:picMkLst>
            <pc:docMk/>
            <pc:sldMk cId="135485461" sldId="264"/>
            <ac:picMk id="5" creationId="{1BF46AD5-08C4-CAFF-7FE7-9EE6A0B6DA20}"/>
          </ac:picMkLst>
        </pc:picChg>
      </pc:sldChg>
      <pc:sldChg chg="addSp delSp modSp mod modTransition">
        <pc:chgData name="Mamtha Santhosh Nuvesh" userId="4e7e0d919fa93194" providerId="LiveId" clId="{6A2374A3-F1CF-4EE6-861B-6A57B023A41A}" dt="2026-08-07T14:15:35.832" v="7420" actId="14100"/>
        <pc:sldMkLst>
          <pc:docMk/>
          <pc:sldMk cId="2039367336" sldId="268"/>
        </pc:sldMkLst>
        <pc:spChg chg="add">
          <ac:chgData name="Mamtha Santhosh Nuvesh" userId="4e7e0d919fa93194" providerId="LiveId" clId="{6A2374A3-F1CF-4EE6-861B-6A57B023A41A}" dt="2026-07-16T18:48:31.169" v="5331" actId="22"/>
          <ac:spMkLst>
            <pc:docMk/>
            <pc:sldMk cId="2039367336" sldId="268"/>
            <ac:spMk id="4" creationId="{2CCD9CF8-9CAC-1739-1889-457409EDA264}"/>
          </ac:spMkLst>
        </pc:spChg>
        <pc:picChg chg="add mod">
          <ac:chgData name="Mamtha Santhosh Nuvesh" userId="4e7e0d919fa93194" providerId="LiveId" clId="{6A2374A3-F1CF-4EE6-861B-6A57B023A41A}" dt="2026-08-07T14:15:35.832" v="7420" actId="14100"/>
          <ac:picMkLst>
            <pc:docMk/>
            <pc:sldMk cId="2039367336" sldId="268"/>
            <ac:picMk id="9" creationId="{237E7AEF-03D2-34C5-D53A-3E7FC2062CE4}"/>
          </ac:picMkLst>
        </pc:picChg>
        <pc:picChg chg="add mod">
          <ac:chgData name="Mamtha Santhosh Nuvesh" userId="4e7e0d919fa93194" providerId="LiveId" clId="{6A2374A3-F1CF-4EE6-861B-6A57B023A41A}" dt="2026-08-07T14:15:20.942" v="7416" actId="14100"/>
          <ac:picMkLst>
            <pc:docMk/>
            <pc:sldMk cId="2039367336" sldId="268"/>
            <ac:picMk id="11" creationId="{F0C8D1EB-A0BA-2F96-6FC6-6C8B70BA74DD}"/>
          </ac:picMkLst>
        </pc:picChg>
      </pc:sldChg>
      <pc:sldChg chg="addSp delSp modSp mod modTransition">
        <pc:chgData name="Mamtha Santhosh Nuvesh" userId="4e7e0d919fa93194" providerId="LiveId" clId="{6A2374A3-F1CF-4EE6-861B-6A57B023A41A}" dt="2026-08-07T14:17:27.328" v="7428" actId="1036"/>
        <pc:sldMkLst>
          <pc:docMk/>
          <pc:sldMk cId="1402998209" sldId="269"/>
        </pc:sldMkLst>
        <pc:spChg chg="add">
          <ac:chgData name="Mamtha Santhosh Nuvesh" userId="4e7e0d919fa93194" providerId="LiveId" clId="{6A2374A3-F1CF-4EE6-861B-6A57B023A41A}" dt="2026-07-16T18:48:29.080" v="5330" actId="22"/>
          <ac:spMkLst>
            <pc:docMk/>
            <pc:sldMk cId="1402998209" sldId="269"/>
            <ac:spMk id="4" creationId="{B32D5CE5-7B77-AD56-D583-0B51B66DD73C}"/>
          </ac:spMkLst>
        </pc:spChg>
        <pc:picChg chg="add mod">
          <ac:chgData name="Mamtha Santhosh Nuvesh" userId="4e7e0d919fa93194" providerId="LiveId" clId="{6A2374A3-F1CF-4EE6-861B-6A57B023A41A}" dt="2026-08-07T14:17:27.328" v="7428" actId="1036"/>
          <ac:picMkLst>
            <pc:docMk/>
            <pc:sldMk cId="1402998209" sldId="269"/>
            <ac:picMk id="6" creationId="{4C9B00B8-3DB3-13EF-07E5-582302D2DEBB}"/>
          </ac:picMkLst>
        </pc:picChg>
      </pc:sldChg>
      <pc:sldChg chg="addSp delSp modSp mod modTransition">
        <pc:chgData name="Mamtha Santhosh Nuvesh" userId="4e7e0d919fa93194" providerId="LiveId" clId="{6A2374A3-F1CF-4EE6-861B-6A57B023A41A}" dt="2026-08-11T13:56:30.677" v="7661" actId="1076"/>
        <pc:sldMkLst>
          <pc:docMk/>
          <pc:sldMk cId="1418807956" sldId="270"/>
        </pc:sldMkLst>
        <pc:spChg chg="mod">
          <ac:chgData name="Mamtha Santhosh Nuvesh" userId="4e7e0d919fa93194" providerId="LiveId" clId="{6A2374A3-F1CF-4EE6-861B-6A57B023A41A}" dt="2026-07-31T16:42:55.463" v="6900" actId="1037"/>
          <ac:spMkLst>
            <pc:docMk/>
            <pc:sldMk cId="1418807956" sldId="270"/>
            <ac:spMk id="4" creationId="{0EE4B8AB-FCC0-CA87-379C-38EE777B06B3}"/>
          </ac:spMkLst>
        </pc:spChg>
        <pc:spChg chg="add">
          <ac:chgData name="Mamtha Santhosh Nuvesh" userId="4e7e0d919fa93194" providerId="LiveId" clId="{6A2374A3-F1CF-4EE6-861B-6A57B023A41A}" dt="2026-07-16T18:48:26.476" v="5329" actId="22"/>
          <ac:spMkLst>
            <pc:docMk/>
            <pc:sldMk cId="1418807956" sldId="270"/>
            <ac:spMk id="5" creationId="{07FFF787-4EE2-3B2C-E547-56498EC55367}"/>
          </ac:spMkLst>
        </pc:spChg>
        <pc:picChg chg="mod">
          <ac:chgData name="Mamtha Santhosh Nuvesh" userId="4e7e0d919fa93194" providerId="LiveId" clId="{6A2374A3-F1CF-4EE6-861B-6A57B023A41A}" dt="2026-07-17T14:05:47.092" v="5865" actId="1036"/>
          <ac:picMkLst>
            <pc:docMk/>
            <pc:sldMk cId="1418807956" sldId="270"/>
            <ac:picMk id="3" creationId="{6394A771-E4FE-C645-3F24-FBEF1308CBE0}"/>
          </ac:picMkLst>
        </pc:picChg>
        <pc:picChg chg="add mod">
          <ac:chgData name="Mamtha Santhosh Nuvesh" userId="4e7e0d919fa93194" providerId="LiveId" clId="{6A2374A3-F1CF-4EE6-861B-6A57B023A41A}" dt="2026-08-11T13:56:30.677" v="7661" actId="1076"/>
          <ac:picMkLst>
            <pc:docMk/>
            <pc:sldMk cId="1418807956" sldId="270"/>
            <ac:picMk id="7" creationId="{F367B280-85F3-EED2-487F-5CF25E100CD3}"/>
          </ac:picMkLst>
        </pc:picChg>
      </pc:sldChg>
      <pc:sldChg chg="addSp delSp modSp add mod modTransition">
        <pc:chgData name="Mamtha Santhosh Nuvesh" userId="4e7e0d919fa93194" providerId="LiveId" clId="{6A2374A3-F1CF-4EE6-861B-6A57B023A41A}" dt="2026-08-07T14:10:23.242" v="7399" actId="1076"/>
        <pc:sldMkLst>
          <pc:docMk/>
          <pc:sldMk cId="2951380382" sldId="272"/>
        </pc:sldMkLst>
        <pc:spChg chg="add">
          <ac:chgData name="Mamtha Santhosh Nuvesh" userId="4e7e0d919fa93194" providerId="LiveId" clId="{6A2374A3-F1CF-4EE6-861B-6A57B023A41A}" dt="2026-07-16T18:48:33.847" v="5332" actId="22"/>
          <ac:spMkLst>
            <pc:docMk/>
            <pc:sldMk cId="2951380382" sldId="272"/>
            <ac:spMk id="6" creationId="{308C8480-FE6C-8E2A-BBD3-5FAA668B1D7F}"/>
          </ac:spMkLst>
        </pc:spChg>
        <pc:spChg chg="mod">
          <ac:chgData name="Mamtha Santhosh Nuvesh" userId="4e7e0d919fa93194" providerId="LiveId" clId="{6A2374A3-F1CF-4EE6-861B-6A57B023A41A}" dt="2026-08-07T14:10:15.268" v="7398" actId="1076"/>
          <ac:spMkLst>
            <pc:docMk/>
            <pc:sldMk cId="2951380382" sldId="272"/>
            <ac:spMk id="38" creationId="{D1280411-FF28-3D2E-5157-E0BB8187AAC4}"/>
          </ac:spMkLst>
        </pc:spChg>
        <pc:picChg chg="add mod">
          <ac:chgData name="Mamtha Santhosh Nuvesh" userId="4e7e0d919fa93194" providerId="LiveId" clId="{6A2374A3-F1CF-4EE6-861B-6A57B023A41A}" dt="2026-08-07T14:10:23.242" v="7399" actId="1076"/>
          <ac:picMkLst>
            <pc:docMk/>
            <pc:sldMk cId="2951380382" sldId="272"/>
            <ac:picMk id="5" creationId="{356786EE-FEF7-CB58-5424-EC380CE3A0A8}"/>
          </ac:picMkLst>
        </pc:picChg>
      </pc:sldChg>
      <pc:sldChg chg="addSp delSp modSp add mod ord">
        <pc:chgData name="Mamtha Santhosh Nuvesh" userId="4e7e0d919fa93194" providerId="LiveId" clId="{6A2374A3-F1CF-4EE6-861B-6A57B023A41A}" dt="2026-07-31T16:43:15.911" v="6906" actId="14100"/>
        <pc:sldMkLst>
          <pc:docMk/>
          <pc:sldMk cId="1622926328" sldId="275"/>
        </pc:sldMkLst>
        <pc:spChg chg="add mod">
          <ac:chgData name="Mamtha Santhosh Nuvesh" userId="4e7e0d919fa93194" providerId="LiveId" clId="{6A2374A3-F1CF-4EE6-861B-6A57B023A41A}" dt="2026-07-31T16:43:15.911" v="6906" actId="14100"/>
          <ac:spMkLst>
            <pc:docMk/>
            <pc:sldMk cId="1622926328" sldId="275"/>
            <ac:spMk id="7" creationId="{7DAC7510-D39B-AAB9-94B9-652335601E48}"/>
          </ac:spMkLst>
        </pc:spChg>
        <pc:spChg chg="add">
          <ac:chgData name="Mamtha Santhosh Nuvesh" userId="4e7e0d919fa93194" providerId="LiveId" clId="{6A2374A3-F1CF-4EE6-861B-6A57B023A41A}" dt="2026-07-31T16:39:41.196" v="6824" actId="22"/>
          <ac:spMkLst>
            <pc:docMk/>
            <pc:sldMk cId="1622926328" sldId="275"/>
            <ac:spMk id="8" creationId="{855B9B57-E7B8-08DC-6AC3-E71FD600C553}"/>
          </ac:spMkLst>
        </pc:spChg>
        <pc:picChg chg="add mod">
          <ac:chgData name="Mamtha Santhosh Nuvesh" userId="4e7e0d919fa93194" providerId="LiveId" clId="{6A2374A3-F1CF-4EE6-861B-6A57B023A41A}" dt="2026-07-31T16:41:15.261" v="6873" actId="1076"/>
          <ac:picMkLst>
            <pc:docMk/>
            <pc:sldMk cId="1622926328" sldId="275"/>
            <ac:picMk id="11" creationId="{3C9CC846-5D70-524C-DC48-F5219D93717B}"/>
          </ac:picMkLst>
        </pc:picChg>
      </pc:sldChg>
      <pc:sldChg chg="addSp delSp modSp mod">
        <pc:chgData name="Mamtha Santhosh Nuvesh" userId="4e7e0d919fa93194" providerId="LiveId" clId="{6A2374A3-F1CF-4EE6-861B-6A57B023A41A}" dt="2026-08-07T13:49:46.104" v="7358" actId="1076"/>
        <pc:sldMkLst>
          <pc:docMk/>
          <pc:sldMk cId="832723176" sldId="276"/>
        </pc:sldMkLst>
        <pc:picChg chg="add mod">
          <ac:chgData name="Mamtha Santhosh Nuvesh" userId="4e7e0d919fa93194" providerId="LiveId" clId="{6A2374A3-F1CF-4EE6-861B-6A57B023A41A}" dt="2026-08-07T13:49:46.104" v="7358" actId="1076"/>
          <ac:picMkLst>
            <pc:docMk/>
            <pc:sldMk cId="832723176" sldId="276"/>
            <ac:picMk id="5" creationId="{0FE320AB-35BB-C06E-AFA1-1085048A1B64}"/>
          </ac:picMkLst>
        </pc:picChg>
      </pc:sldChg>
      <pc:sldChg chg="addSp delSp modSp mod">
        <pc:chgData name="Mamtha Santhosh Nuvesh" userId="4e7e0d919fa93194" providerId="LiveId" clId="{6A2374A3-F1CF-4EE6-861B-6A57B023A41A}" dt="2026-08-07T13:56:20.006" v="7365" actId="1076"/>
        <pc:sldMkLst>
          <pc:docMk/>
          <pc:sldMk cId="2723986704" sldId="277"/>
        </pc:sldMkLst>
        <pc:picChg chg="add mod">
          <ac:chgData name="Mamtha Santhosh Nuvesh" userId="4e7e0d919fa93194" providerId="LiveId" clId="{6A2374A3-F1CF-4EE6-861B-6A57B023A41A}" dt="2026-08-07T13:56:20.006" v="7365" actId="1076"/>
          <ac:picMkLst>
            <pc:docMk/>
            <pc:sldMk cId="2723986704" sldId="277"/>
            <ac:picMk id="5" creationId="{0ABD1F36-9E30-60A7-71AF-EB63377AE51E}"/>
          </ac:picMkLst>
        </pc:picChg>
      </pc:sldChg>
      <pc:sldChg chg="addSp delSp modSp mod">
        <pc:chgData name="Mamtha Santhosh Nuvesh" userId="4e7e0d919fa93194" providerId="LiveId" clId="{6A2374A3-F1CF-4EE6-861B-6A57B023A41A}" dt="2026-08-07T13:58:54.433" v="7371" actId="14100"/>
        <pc:sldMkLst>
          <pc:docMk/>
          <pc:sldMk cId="3747430540" sldId="278"/>
        </pc:sldMkLst>
        <pc:picChg chg="add mod">
          <ac:chgData name="Mamtha Santhosh Nuvesh" userId="4e7e0d919fa93194" providerId="LiveId" clId="{6A2374A3-F1CF-4EE6-861B-6A57B023A41A}" dt="2026-08-07T13:58:54.433" v="7371" actId="14100"/>
          <ac:picMkLst>
            <pc:docMk/>
            <pc:sldMk cId="3747430540" sldId="278"/>
            <ac:picMk id="6" creationId="{5FB3FB2A-0A5B-7E36-FB44-ED720380B38D}"/>
          </ac:picMkLst>
        </pc:picChg>
      </pc:sldChg>
      <pc:sldChg chg="addSp delSp modSp mod">
        <pc:chgData name="Mamtha Santhosh Nuvesh" userId="4e7e0d919fa93194" providerId="LiveId" clId="{6A2374A3-F1CF-4EE6-861B-6A57B023A41A}" dt="2026-08-07T14:01:00.149" v="7377" actId="14100"/>
        <pc:sldMkLst>
          <pc:docMk/>
          <pc:sldMk cId="2222457403" sldId="279"/>
        </pc:sldMkLst>
        <pc:picChg chg="add mod">
          <ac:chgData name="Mamtha Santhosh Nuvesh" userId="4e7e0d919fa93194" providerId="LiveId" clId="{6A2374A3-F1CF-4EE6-861B-6A57B023A41A}" dt="2026-08-07T14:01:00.149" v="7377" actId="14100"/>
          <ac:picMkLst>
            <pc:docMk/>
            <pc:sldMk cId="2222457403" sldId="279"/>
            <ac:picMk id="5" creationId="{CD4C046C-D068-A007-A659-D1FF9F094490}"/>
          </ac:picMkLst>
        </pc:picChg>
      </pc:sldChg>
      <pc:sldChg chg="addSp delSp modSp mod">
        <pc:chgData name="Mamtha Santhosh Nuvesh" userId="4e7e0d919fa93194" providerId="LiveId" clId="{6A2374A3-F1CF-4EE6-861B-6A57B023A41A}" dt="2026-08-07T14:03:32.088" v="7390" actId="1038"/>
        <pc:sldMkLst>
          <pc:docMk/>
          <pc:sldMk cId="4184225793" sldId="280"/>
        </pc:sldMkLst>
        <pc:picChg chg="add mod">
          <ac:chgData name="Mamtha Santhosh Nuvesh" userId="4e7e0d919fa93194" providerId="LiveId" clId="{6A2374A3-F1CF-4EE6-861B-6A57B023A41A}" dt="2026-08-07T14:03:32.088" v="7390" actId="1038"/>
          <ac:picMkLst>
            <pc:docMk/>
            <pc:sldMk cId="4184225793" sldId="280"/>
            <ac:picMk id="5" creationId="{0A5038D6-34A1-3D87-C6C2-FD61F031E9A4}"/>
          </ac:picMkLst>
        </pc:picChg>
      </pc:sldChg>
      <pc:sldChg chg="addSp delSp modSp new mod ord">
        <pc:chgData name="Mamtha Santhosh Nuvesh" userId="4e7e0d919fa93194" providerId="LiveId" clId="{6A2374A3-F1CF-4EE6-861B-6A57B023A41A}" dt="2026-08-11T13:51:48.077" v="7648" actId="21"/>
        <pc:sldMkLst>
          <pc:docMk/>
          <pc:sldMk cId="3894482102" sldId="281"/>
        </pc:sldMkLst>
        <pc:spChg chg="add del">
          <ac:chgData name="Mamtha Santhosh Nuvesh" userId="4e7e0d919fa93194" providerId="LiveId" clId="{6A2374A3-F1CF-4EE6-861B-6A57B023A41A}" dt="2026-08-11T13:51:48.077" v="7648" actId="21"/>
          <ac:spMkLst>
            <pc:docMk/>
            <pc:sldMk cId="3894482102" sldId="281"/>
            <ac:spMk id="5" creationId="{3BD7A30D-B5B1-A419-1A15-C6F655B9365B}"/>
          </ac:spMkLst>
        </pc:spChg>
        <pc:spChg chg="add del">
          <ac:chgData name="Mamtha Santhosh Nuvesh" userId="4e7e0d919fa93194" providerId="LiveId" clId="{6A2374A3-F1CF-4EE6-861B-6A57B023A41A}" dt="2026-08-11T13:51:48.077" v="7648" actId="21"/>
          <ac:spMkLst>
            <pc:docMk/>
            <pc:sldMk cId="3894482102" sldId="281"/>
            <ac:spMk id="7" creationId="{8C2A4801-50F8-5712-EB0E-B207CCE845BA}"/>
          </ac:spMkLst>
        </pc:spChg>
        <pc:spChg chg="add">
          <ac:chgData name="Mamtha Santhosh Nuvesh" userId="4e7e0d919fa93194" providerId="LiveId" clId="{6A2374A3-F1CF-4EE6-861B-6A57B023A41A}" dt="2026-07-31T15:57:58.140" v="6334" actId="22"/>
          <ac:spMkLst>
            <pc:docMk/>
            <pc:sldMk cId="3894482102" sldId="281"/>
            <ac:spMk id="8" creationId="{C1DB6FC0-05A9-3454-D2D3-8146B7CB2ECC}"/>
          </ac:spMkLst>
        </pc:spChg>
        <pc:spChg chg="add mod">
          <ac:chgData name="Mamtha Santhosh Nuvesh" userId="4e7e0d919fa93194" providerId="LiveId" clId="{6A2374A3-F1CF-4EE6-861B-6A57B023A41A}" dt="2026-07-31T16:02:43.697" v="6344" actId="1076"/>
          <ac:spMkLst>
            <pc:docMk/>
            <pc:sldMk cId="3894482102" sldId="281"/>
            <ac:spMk id="11" creationId="{56593540-5183-756F-2762-417E9949DA08}"/>
          </ac:spMkLst>
        </pc:spChg>
        <pc:spChg chg="add mod">
          <ac:chgData name="Mamtha Santhosh Nuvesh" userId="4e7e0d919fa93194" providerId="LiveId" clId="{6A2374A3-F1CF-4EE6-861B-6A57B023A41A}" dt="2026-07-31T16:03:00.653" v="6372" actId="20577"/>
          <ac:spMkLst>
            <pc:docMk/>
            <pc:sldMk cId="3894482102" sldId="281"/>
            <ac:spMk id="13" creationId="{797549AC-615D-4C65-DA4D-844DAFCA730F}"/>
          </ac:spMkLst>
        </pc:spChg>
        <pc:spChg chg="add">
          <ac:chgData name="Mamtha Santhosh Nuvesh" userId="4e7e0d919fa93194" providerId="LiveId" clId="{6A2374A3-F1CF-4EE6-861B-6A57B023A41A}" dt="2026-07-31T16:33:32.975" v="6739" actId="22"/>
          <ac:spMkLst>
            <pc:docMk/>
            <pc:sldMk cId="3894482102" sldId="281"/>
            <ac:spMk id="15" creationId="{39AEED31-DA75-50C1-2784-15C181E6A21A}"/>
          </ac:spMkLst>
        </pc:spChg>
        <pc:picChg chg="add del">
          <ac:chgData name="Mamtha Santhosh Nuvesh" userId="4e7e0d919fa93194" providerId="LiveId" clId="{6A2374A3-F1CF-4EE6-861B-6A57B023A41A}" dt="2026-08-11T13:51:48.077" v="7648" actId="21"/>
          <ac:picMkLst>
            <pc:docMk/>
            <pc:sldMk cId="3894482102" sldId="281"/>
            <ac:picMk id="3" creationId="{2375E37D-9F4D-BB0D-4CFA-06E0584A69C4}"/>
          </ac:picMkLst>
        </pc:picChg>
        <pc:picChg chg="add mod">
          <ac:chgData name="Mamtha Santhosh Nuvesh" userId="4e7e0d919fa93194" providerId="LiveId" clId="{6A2374A3-F1CF-4EE6-861B-6A57B023A41A}" dt="2026-07-31T16:02:23.914" v="6342" actId="14100"/>
          <ac:picMkLst>
            <pc:docMk/>
            <pc:sldMk cId="3894482102" sldId="281"/>
            <ac:picMk id="9" creationId="{83BD84CD-8BBE-0C2D-610A-8EE625C7F3A1}"/>
          </ac:picMkLst>
        </pc:picChg>
      </pc:sldChg>
      <pc:sldChg chg="addSp delSp modSp new del mod">
        <pc:chgData name="Mamtha Santhosh Nuvesh" userId="4e7e0d919fa93194" providerId="LiveId" clId="{6A2374A3-F1CF-4EE6-861B-6A57B023A41A}" dt="2026-08-11T13:51:00.751" v="7639" actId="2696"/>
        <pc:sldMkLst>
          <pc:docMk/>
          <pc:sldMk cId="4018883215" sldId="282"/>
        </pc:sldMkLst>
        <pc:spChg chg="add del mod">
          <ac:chgData name="Mamtha Santhosh Nuvesh" userId="4e7e0d919fa93194" providerId="LiveId" clId="{6A2374A3-F1CF-4EE6-861B-6A57B023A41A}" dt="2026-08-11T13:49:55.081" v="7628" actId="478"/>
          <ac:spMkLst>
            <pc:docMk/>
            <pc:sldMk cId="4018883215" sldId="282"/>
            <ac:spMk id="4" creationId="{9DA36BAB-F498-633B-7927-9CD78EDB7030}"/>
          </ac:spMkLst>
        </pc:spChg>
        <pc:spChg chg="add del mod">
          <ac:chgData name="Mamtha Santhosh Nuvesh" userId="4e7e0d919fa93194" providerId="LiveId" clId="{6A2374A3-F1CF-4EE6-861B-6A57B023A41A}" dt="2026-08-11T13:49:57.984" v="7629" actId="478"/>
          <ac:spMkLst>
            <pc:docMk/>
            <pc:sldMk cId="4018883215" sldId="282"/>
            <ac:spMk id="6" creationId="{0E5928FD-8905-A950-3D52-9C346F1E9157}"/>
          </ac:spMkLst>
        </pc:spChg>
        <pc:picChg chg="add del mod">
          <ac:chgData name="Mamtha Santhosh Nuvesh" userId="4e7e0d919fa93194" providerId="LiveId" clId="{6A2374A3-F1CF-4EE6-861B-6A57B023A41A}" dt="2026-08-11T13:49:29.627" v="7625" actId="478"/>
          <ac:picMkLst>
            <pc:docMk/>
            <pc:sldMk cId="4018883215" sldId="282"/>
            <ac:picMk id="2" creationId="{205902BB-35FA-2112-7DA1-51D9AAD0222F}"/>
          </ac:picMkLst>
        </pc:picChg>
      </pc:sldChg>
      <pc:sldChg chg="addSp delSp modSp new mod">
        <pc:chgData name="Mamtha Santhosh Nuvesh" userId="4e7e0d919fa93194" providerId="LiveId" clId="{6A2374A3-F1CF-4EE6-861B-6A57B023A41A}" dt="2026-07-31T16:33:36.517" v="6740" actId="22"/>
        <pc:sldMkLst>
          <pc:docMk/>
          <pc:sldMk cId="1843191811" sldId="283"/>
        </pc:sldMkLst>
        <pc:spChg chg="add mod">
          <ac:chgData name="Mamtha Santhosh Nuvesh" userId="4e7e0d919fa93194" providerId="LiveId" clId="{6A2374A3-F1CF-4EE6-861B-6A57B023A41A}" dt="2026-07-31T15:40:55.650" v="6080" actId="14100"/>
          <ac:spMkLst>
            <pc:docMk/>
            <pc:sldMk cId="1843191811" sldId="283"/>
            <ac:spMk id="7" creationId="{84EA849F-2116-742C-566F-C6E5B9F891B3}"/>
          </ac:spMkLst>
        </pc:spChg>
        <pc:spChg chg="add mod">
          <ac:chgData name="Mamtha Santhosh Nuvesh" userId="4e7e0d919fa93194" providerId="LiveId" clId="{6A2374A3-F1CF-4EE6-861B-6A57B023A41A}" dt="2026-07-31T15:51:15.849" v="6308" actId="2711"/>
          <ac:spMkLst>
            <pc:docMk/>
            <pc:sldMk cId="1843191811" sldId="283"/>
            <ac:spMk id="9" creationId="{308EDC68-DB72-AE9B-DC93-3BBED9C7840B}"/>
          </ac:spMkLst>
        </pc:spChg>
        <pc:spChg chg="add mod">
          <ac:chgData name="Mamtha Santhosh Nuvesh" userId="4e7e0d919fa93194" providerId="LiveId" clId="{6A2374A3-F1CF-4EE6-861B-6A57B023A41A}" dt="2026-07-31T15:50:48.052" v="6305" actId="1076"/>
          <ac:spMkLst>
            <pc:docMk/>
            <pc:sldMk cId="1843191811" sldId="283"/>
            <ac:spMk id="13" creationId="{F89B5126-0481-D8C6-1F46-4DB32198316F}"/>
          </ac:spMkLst>
        </pc:spChg>
        <pc:spChg chg="add mod">
          <ac:chgData name="Mamtha Santhosh Nuvesh" userId="4e7e0d919fa93194" providerId="LiveId" clId="{6A2374A3-F1CF-4EE6-861B-6A57B023A41A}" dt="2026-07-31T15:57:25.742" v="6329" actId="2711"/>
          <ac:spMkLst>
            <pc:docMk/>
            <pc:sldMk cId="1843191811" sldId="283"/>
            <ac:spMk id="15" creationId="{C209BA6C-D09D-5BA5-C187-3630177D618B}"/>
          </ac:spMkLst>
        </pc:spChg>
        <pc:spChg chg="add">
          <ac:chgData name="Mamtha Santhosh Nuvesh" userId="4e7e0d919fa93194" providerId="LiveId" clId="{6A2374A3-F1CF-4EE6-861B-6A57B023A41A}" dt="2026-07-31T15:42:07.233" v="6159" actId="22"/>
          <ac:spMkLst>
            <pc:docMk/>
            <pc:sldMk cId="1843191811" sldId="283"/>
            <ac:spMk id="17" creationId="{F45545FC-9258-673D-FE9E-CBA90CC69A1A}"/>
          </ac:spMkLst>
        </pc:spChg>
        <pc:spChg chg="add mod">
          <ac:chgData name="Mamtha Santhosh Nuvesh" userId="4e7e0d919fa93194" providerId="LiveId" clId="{6A2374A3-F1CF-4EE6-861B-6A57B023A41A}" dt="2026-07-31T15:57:47.193" v="6333" actId="20577"/>
          <ac:spMkLst>
            <pc:docMk/>
            <pc:sldMk cId="1843191811" sldId="283"/>
            <ac:spMk id="19" creationId="{07C37915-F60D-4D00-72F7-5902B91BC5E5}"/>
          </ac:spMkLst>
        </pc:spChg>
        <pc:spChg chg="add">
          <ac:chgData name="Mamtha Santhosh Nuvesh" userId="4e7e0d919fa93194" providerId="LiveId" clId="{6A2374A3-F1CF-4EE6-861B-6A57B023A41A}" dt="2026-07-31T16:33:36.517" v="6740" actId="22"/>
          <ac:spMkLst>
            <pc:docMk/>
            <pc:sldMk cId="1843191811" sldId="283"/>
            <ac:spMk id="26" creationId="{7A77750B-95CC-7D0D-206F-3C5A0086099B}"/>
          </ac:spMkLst>
        </pc:spChg>
        <pc:picChg chg="add mod">
          <ac:chgData name="Mamtha Santhosh Nuvesh" userId="4e7e0d919fa93194" providerId="LiveId" clId="{6A2374A3-F1CF-4EE6-861B-6A57B023A41A}" dt="2026-07-31T15:42:43.347" v="6169" actId="1076"/>
          <ac:picMkLst>
            <pc:docMk/>
            <pc:sldMk cId="1843191811" sldId="283"/>
            <ac:picMk id="3" creationId="{A47092D1-75DC-1FC2-913D-6BFB7A5E9941}"/>
          </ac:picMkLst>
        </pc:picChg>
        <pc:picChg chg="add mod">
          <ac:chgData name="Mamtha Santhosh Nuvesh" userId="4e7e0d919fa93194" providerId="LiveId" clId="{6A2374A3-F1CF-4EE6-861B-6A57B023A41A}" dt="2026-07-31T15:56:50.239" v="6326" actId="1076"/>
          <ac:picMkLst>
            <pc:docMk/>
            <pc:sldMk cId="1843191811" sldId="283"/>
            <ac:picMk id="5" creationId="{83317ED5-08CD-F6A0-38E8-4A16C3452499}"/>
          </ac:picMkLst>
        </pc:picChg>
        <pc:picChg chg="add mod">
          <ac:chgData name="Mamtha Santhosh Nuvesh" userId="4e7e0d919fa93194" providerId="LiveId" clId="{6A2374A3-F1CF-4EE6-861B-6A57B023A41A}" dt="2026-07-31T15:56:39.603" v="6324" actId="1076"/>
          <ac:picMkLst>
            <pc:docMk/>
            <pc:sldMk cId="1843191811" sldId="283"/>
            <ac:picMk id="24" creationId="{58684CD9-3A7F-16EE-E481-6256C78C9304}"/>
          </ac:picMkLst>
        </pc:picChg>
      </pc:sldChg>
      <pc:sldChg chg="addSp delSp modSp new mod modAnim">
        <pc:chgData name="Mamtha Santhosh Nuvesh" userId="4e7e0d919fa93194" providerId="LiveId" clId="{6A2374A3-F1CF-4EE6-861B-6A57B023A41A}" dt="2026-08-11T13:54:31.509" v="7659" actId="478"/>
        <pc:sldMkLst>
          <pc:docMk/>
          <pc:sldMk cId="2505871889" sldId="284"/>
        </pc:sldMkLst>
        <pc:spChg chg="add">
          <ac:chgData name="Mamtha Santhosh Nuvesh" userId="4e7e0d919fa93194" providerId="LiveId" clId="{6A2374A3-F1CF-4EE6-861B-6A57B023A41A}" dt="2026-07-31T16:17:16.014" v="6457" actId="22"/>
          <ac:spMkLst>
            <pc:docMk/>
            <pc:sldMk cId="2505871889" sldId="284"/>
            <ac:spMk id="4" creationId="{84E07E9C-3536-A16D-E08C-41524078B746}"/>
          </ac:spMkLst>
        </pc:spChg>
        <pc:spChg chg="add mod">
          <ac:chgData name="Mamtha Santhosh Nuvesh" userId="4e7e0d919fa93194" providerId="LiveId" clId="{6A2374A3-F1CF-4EE6-861B-6A57B023A41A}" dt="2026-07-31T16:18:54.051" v="6491" actId="1076"/>
          <ac:spMkLst>
            <pc:docMk/>
            <pc:sldMk cId="2505871889" sldId="284"/>
            <ac:spMk id="6" creationId="{C931284A-9CBB-A2CC-8822-505BA7E09C2A}"/>
          </ac:spMkLst>
        </pc:spChg>
        <pc:spChg chg="add">
          <ac:chgData name="Mamtha Santhosh Nuvesh" userId="4e7e0d919fa93194" providerId="LiveId" clId="{6A2374A3-F1CF-4EE6-861B-6A57B023A41A}" dt="2026-07-31T16:33:27.574" v="6737" actId="22"/>
          <ac:spMkLst>
            <pc:docMk/>
            <pc:sldMk cId="2505871889" sldId="284"/>
            <ac:spMk id="8" creationId="{96B21541-B2F9-4826-7ADD-75DC65305A3E}"/>
          </ac:spMkLst>
        </pc:spChg>
        <pc:spChg chg="add del mod">
          <ac:chgData name="Mamtha Santhosh Nuvesh" userId="4e7e0d919fa93194" providerId="LiveId" clId="{6A2374A3-F1CF-4EE6-861B-6A57B023A41A}" dt="2026-08-11T13:54:17.329" v="7654" actId="478"/>
          <ac:spMkLst>
            <pc:docMk/>
            <pc:sldMk cId="2505871889" sldId="284"/>
            <ac:spMk id="10" creationId="{24A797A8-B750-898F-E242-93F6B751D66F}"/>
          </ac:spMkLst>
        </pc:spChg>
        <pc:spChg chg="add del mod">
          <ac:chgData name="Mamtha Santhosh Nuvesh" userId="4e7e0d919fa93194" providerId="LiveId" clId="{6A2374A3-F1CF-4EE6-861B-6A57B023A41A}" dt="2026-08-11T13:54:22.415" v="7656" actId="478"/>
          <ac:spMkLst>
            <pc:docMk/>
            <pc:sldMk cId="2505871889" sldId="284"/>
            <ac:spMk id="12" creationId="{8FD15587-AFB6-8EBD-9048-E368295CE134}"/>
          </ac:spMkLst>
        </pc:spChg>
        <pc:spChg chg="add del mod">
          <ac:chgData name="Mamtha Santhosh Nuvesh" userId="4e7e0d919fa93194" providerId="LiveId" clId="{6A2374A3-F1CF-4EE6-861B-6A57B023A41A}" dt="2026-08-11T13:54:29.130" v="7658" actId="478"/>
          <ac:spMkLst>
            <pc:docMk/>
            <pc:sldMk cId="2505871889" sldId="284"/>
            <ac:spMk id="14" creationId="{B84F99B5-1300-D5B6-4DAF-7A8E49C017BA}"/>
          </ac:spMkLst>
        </pc:spChg>
        <pc:spChg chg="add del">
          <ac:chgData name="Mamtha Santhosh Nuvesh" userId="4e7e0d919fa93194" providerId="LiveId" clId="{6A2374A3-F1CF-4EE6-861B-6A57B023A41A}" dt="2026-08-11T13:54:19.761" v="7655" actId="478"/>
          <ac:spMkLst>
            <pc:docMk/>
            <pc:sldMk cId="2505871889" sldId="284"/>
            <ac:spMk id="16" creationId="{00B0E8DA-092D-1D3D-E16D-883B6FCF4B7A}"/>
          </ac:spMkLst>
        </pc:spChg>
        <pc:spChg chg="add del">
          <ac:chgData name="Mamtha Santhosh Nuvesh" userId="4e7e0d919fa93194" providerId="LiveId" clId="{6A2374A3-F1CF-4EE6-861B-6A57B023A41A}" dt="2026-08-11T13:54:26.271" v="7657" actId="478"/>
          <ac:spMkLst>
            <pc:docMk/>
            <pc:sldMk cId="2505871889" sldId="284"/>
            <ac:spMk id="18" creationId="{4FE414B0-55D7-EA2A-41C8-45CBFD7493DE}"/>
          </ac:spMkLst>
        </pc:spChg>
        <pc:spChg chg="add del">
          <ac:chgData name="Mamtha Santhosh Nuvesh" userId="4e7e0d919fa93194" providerId="LiveId" clId="{6A2374A3-F1CF-4EE6-861B-6A57B023A41A}" dt="2026-08-11T13:54:31.509" v="7659" actId="478"/>
          <ac:spMkLst>
            <pc:docMk/>
            <pc:sldMk cId="2505871889" sldId="284"/>
            <ac:spMk id="20" creationId="{55A2DC54-90BE-27A0-0AE2-AFD71D883100}"/>
          </ac:spMkLst>
        </pc:spChg>
        <pc:picChg chg="add mod">
          <ac:chgData name="Mamtha Santhosh Nuvesh" userId="4e7e0d919fa93194" providerId="LiveId" clId="{6A2374A3-F1CF-4EE6-861B-6A57B023A41A}" dt="2026-07-31T16:18:40.031" v="6489" actId="1076"/>
          <ac:picMkLst>
            <pc:docMk/>
            <pc:sldMk cId="2505871889" sldId="284"/>
            <ac:picMk id="2" creationId="{31605F46-2BD5-2A1A-706E-C63D2C49A625}"/>
          </ac:picMkLst>
        </pc:picChg>
      </pc:sldChg>
      <pc:sldChg chg="addSp delSp modSp new mod">
        <pc:chgData name="Mamtha Santhosh Nuvesh" userId="4e7e0d919fa93194" providerId="LiveId" clId="{6A2374A3-F1CF-4EE6-861B-6A57B023A41A}" dt="2026-07-31T16:33:11.903" v="6735" actId="22"/>
        <pc:sldMkLst>
          <pc:docMk/>
          <pc:sldMk cId="1564802316" sldId="285"/>
        </pc:sldMkLst>
        <pc:spChg chg="add">
          <ac:chgData name="Mamtha Santhosh Nuvesh" userId="4e7e0d919fa93194" providerId="LiveId" clId="{6A2374A3-F1CF-4EE6-861B-6A57B023A41A}" dt="2026-07-31T16:29:46.192" v="6605" actId="22"/>
          <ac:spMkLst>
            <pc:docMk/>
            <pc:sldMk cId="1564802316" sldId="285"/>
            <ac:spMk id="9" creationId="{1E3A51CF-4FCE-F9FB-2C19-EFBF5C65F299}"/>
          </ac:spMkLst>
        </pc:spChg>
        <pc:spChg chg="add mod">
          <ac:chgData name="Mamtha Santhosh Nuvesh" userId="4e7e0d919fa93194" providerId="LiveId" clId="{6A2374A3-F1CF-4EE6-861B-6A57B023A41A}" dt="2026-07-31T16:30:59.241" v="6671" actId="20577"/>
          <ac:spMkLst>
            <pc:docMk/>
            <pc:sldMk cId="1564802316" sldId="285"/>
            <ac:spMk id="11" creationId="{E1DD42BC-3D74-01A7-63FB-7A31D19BAA75}"/>
          </ac:spMkLst>
        </pc:spChg>
        <pc:spChg chg="add">
          <ac:chgData name="Mamtha Santhosh Nuvesh" userId="4e7e0d919fa93194" providerId="LiveId" clId="{6A2374A3-F1CF-4EE6-861B-6A57B023A41A}" dt="2026-07-31T16:33:11.903" v="6735" actId="22"/>
          <ac:spMkLst>
            <pc:docMk/>
            <pc:sldMk cId="1564802316" sldId="285"/>
            <ac:spMk id="13" creationId="{FBDD9FBB-C687-CC24-DC75-61938D2A191F}"/>
          </ac:spMkLst>
        </pc:spChg>
        <pc:picChg chg="add mod">
          <ac:chgData name="Mamtha Santhosh Nuvesh" userId="4e7e0d919fa93194" providerId="LiveId" clId="{6A2374A3-F1CF-4EE6-861B-6A57B023A41A}" dt="2026-07-31T16:29:35.753" v="6604" actId="14100"/>
          <ac:picMkLst>
            <pc:docMk/>
            <pc:sldMk cId="1564802316" sldId="285"/>
            <ac:picMk id="7" creationId="{4AD90E05-D1D1-FAA3-50B0-6405DC0DDA2E}"/>
          </ac:picMkLst>
        </pc:picChg>
      </pc:sldChg>
      <pc:sldChg chg="addSp modSp new mod">
        <pc:chgData name="Mamtha Santhosh Nuvesh" userId="4e7e0d919fa93194" providerId="LiveId" clId="{6A2374A3-F1CF-4EE6-861B-6A57B023A41A}" dt="2026-07-31T16:33:19.102" v="6736" actId="22"/>
        <pc:sldMkLst>
          <pc:docMk/>
          <pc:sldMk cId="1676547145" sldId="286"/>
        </pc:sldMkLst>
        <pc:spChg chg="add">
          <ac:chgData name="Mamtha Santhosh Nuvesh" userId="4e7e0d919fa93194" providerId="LiveId" clId="{6A2374A3-F1CF-4EE6-861B-6A57B023A41A}" dt="2026-07-31T16:21:17.866" v="6496" actId="22"/>
          <ac:spMkLst>
            <pc:docMk/>
            <pc:sldMk cId="1676547145" sldId="286"/>
            <ac:spMk id="4" creationId="{F6F711CA-6AEC-0221-53D8-9A32B466DA36}"/>
          </ac:spMkLst>
        </pc:spChg>
        <pc:spChg chg="add mod">
          <ac:chgData name="Mamtha Santhosh Nuvesh" userId="4e7e0d919fa93194" providerId="LiveId" clId="{6A2374A3-F1CF-4EE6-861B-6A57B023A41A}" dt="2026-07-31T16:22:30.421" v="6557" actId="1076"/>
          <ac:spMkLst>
            <pc:docMk/>
            <pc:sldMk cId="1676547145" sldId="286"/>
            <ac:spMk id="6" creationId="{76101898-2196-F1B3-A5E9-00EFEE9F9EC1}"/>
          </ac:spMkLst>
        </pc:spChg>
        <pc:spChg chg="add">
          <ac:chgData name="Mamtha Santhosh Nuvesh" userId="4e7e0d919fa93194" providerId="LiveId" clId="{6A2374A3-F1CF-4EE6-861B-6A57B023A41A}" dt="2026-07-31T16:33:19.102" v="6736" actId="22"/>
          <ac:spMkLst>
            <pc:docMk/>
            <pc:sldMk cId="1676547145" sldId="286"/>
            <ac:spMk id="8" creationId="{FC4E8E93-D36B-1D9B-771E-EC71FA074C6D}"/>
          </ac:spMkLst>
        </pc:spChg>
        <pc:picChg chg="add mod">
          <ac:chgData name="Mamtha Santhosh Nuvesh" userId="4e7e0d919fa93194" providerId="LiveId" clId="{6A2374A3-F1CF-4EE6-861B-6A57B023A41A}" dt="2026-07-31T16:21:06.186" v="6495" actId="14100"/>
          <ac:picMkLst>
            <pc:docMk/>
            <pc:sldMk cId="1676547145" sldId="286"/>
            <ac:picMk id="2" creationId="{E131EADA-ED02-834E-F62C-7682AF2F8586}"/>
          </ac:picMkLst>
        </pc:picChg>
      </pc:sldChg>
      <pc:sldChg chg="delSp modSp add mod">
        <pc:chgData name="Mamtha Santhosh Nuvesh" userId="4e7e0d919fa93194" providerId="LiveId" clId="{6A2374A3-F1CF-4EE6-861B-6A57B023A41A}" dt="2026-07-31T16:43:04.908" v="6903" actId="14100"/>
        <pc:sldMkLst>
          <pc:docMk/>
          <pc:sldMk cId="257115201" sldId="287"/>
        </pc:sldMkLst>
        <pc:spChg chg="mod">
          <ac:chgData name="Mamtha Santhosh Nuvesh" userId="4e7e0d919fa93194" providerId="LiveId" clId="{6A2374A3-F1CF-4EE6-861B-6A57B023A41A}" dt="2026-07-31T16:43:04.908" v="6903" actId="14100"/>
          <ac:spMkLst>
            <pc:docMk/>
            <pc:sldMk cId="257115201" sldId="287"/>
            <ac:spMk id="12" creationId="{5017068B-0BDE-B16B-41CC-BE43EEBF19AB}"/>
          </ac:spMkLst>
        </pc:spChg>
        <pc:picChg chg="mod">
          <ac:chgData name="Mamtha Santhosh Nuvesh" userId="4e7e0d919fa93194" providerId="LiveId" clId="{6A2374A3-F1CF-4EE6-861B-6A57B023A41A}" dt="2026-07-31T16:39:25.677" v="6819" actId="1076"/>
          <ac:picMkLst>
            <pc:docMk/>
            <pc:sldMk cId="257115201" sldId="287"/>
            <ac:picMk id="9" creationId="{293F715D-93FB-95C0-0BF7-DA1CDD58AF75}"/>
          </ac:picMkLst>
        </pc:picChg>
      </pc:sldChg>
      <pc:sldChg chg="addSp delSp modSp add mod">
        <pc:chgData name="Mamtha Santhosh Nuvesh" userId="4e7e0d919fa93194" providerId="LiveId" clId="{6A2374A3-F1CF-4EE6-861B-6A57B023A41A}" dt="2026-08-07T14:21:20.692" v="7430" actId="6549"/>
        <pc:sldMkLst>
          <pc:docMk/>
          <pc:sldMk cId="270230363" sldId="288"/>
        </pc:sldMkLst>
        <pc:spChg chg="mod">
          <ac:chgData name="Mamtha Santhosh Nuvesh" userId="4e7e0d919fa93194" providerId="LiveId" clId="{6A2374A3-F1CF-4EE6-861B-6A57B023A41A}" dt="2026-08-07T14:21:20.692" v="7430" actId="6549"/>
          <ac:spMkLst>
            <pc:docMk/>
            <pc:sldMk cId="270230363" sldId="288"/>
            <ac:spMk id="5" creationId="{7AD04F46-7A69-2062-9739-D8D34D85D2F9}"/>
          </ac:spMkLst>
        </pc:spChg>
        <pc:spChg chg="add">
          <ac:chgData name="Mamtha Santhosh Nuvesh" userId="4e7e0d919fa93194" providerId="LiveId" clId="{6A2374A3-F1CF-4EE6-861B-6A57B023A41A}" dt="2026-07-31T16:41:37.113" v="6876" actId="22"/>
          <ac:spMkLst>
            <pc:docMk/>
            <pc:sldMk cId="270230363" sldId="288"/>
            <ac:spMk id="8" creationId="{B52B0F33-251F-FEF1-9054-156BC22A32BF}"/>
          </ac:spMkLst>
        </pc:spChg>
        <pc:picChg chg="mod">
          <ac:chgData name="Mamtha Santhosh Nuvesh" userId="4e7e0d919fa93194" providerId="LiveId" clId="{6A2374A3-F1CF-4EE6-861B-6A57B023A41A}" dt="2026-07-31T16:41:42.867" v="6878" actId="1076"/>
          <ac:picMkLst>
            <pc:docMk/>
            <pc:sldMk cId="270230363" sldId="288"/>
            <ac:picMk id="3" creationId="{76F88B42-9C4A-7738-21EA-F246CA44A1C5}"/>
          </ac:picMkLst>
        </pc:picChg>
        <pc:picChg chg="mod">
          <ac:chgData name="Mamtha Santhosh Nuvesh" userId="4e7e0d919fa93194" providerId="LiveId" clId="{6A2374A3-F1CF-4EE6-861B-6A57B023A41A}" dt="2026-07-31T16:42:28.453" v="6883" actId="1076"/>
          <ac:picMkLst>
            <pc:docMk/>
            <pc:sldMk cId="270230363" sldId="288"/>
            <ac:picMk id="6" creationId="{C9EE8681-F0F4-B133-5499-7FAF6408E06C}"/>
          </ac:picMkLst>
        </pc:picChg>
      </pc:sldChg>
      <pc:sldChg chg="addSp delSp modSp add mod">
        <pc:chgData name="Mamtha Santhosh Nuvesh" userId="4e7e0d919fa93194" providerId="LiveId" clId="{6A2374A3-F1CF-4EE6-861B-6A57B023A41A}" dt="2026-08-07T14:57:02.996" v="7605" actId="14100"/>
        <pc:sldMkLst>
          <pc:docMk/>
          <pc:sldMk cId="624501261" sldId="289"/>
        </pc:sldMkLst>
        <pc:spChg chg="mod">
          <ac:chgData name="Mamtha Santhosh Nuvesh" userId="4e7e0d919fa93194" providerId="LiveId" clId="{6A2374A3-F1CF-4EE6-861B-6A57B023A41A}" dt="2026-08-07T14:56:28.028" v="7602" actId="1076"/>
          <ac:spMkLst>
            <pc:docMk/>
            <pc:sldMk cId="624501261" sldId="289"/>
            <ac:spMk id="5" creationId="{F4BE22AF-E7F9-B5A4-CB34-09FB57B2EF54}"/>
          </ac:spMkLst>
        </pc:spChg>
        <pc:spChg chg="mod">
          <ac:chgData name="Mamtha Santhosh Nuvesh" userId="4e7e0d919fa93194" providerId="LiveId" clId="{6A2374A3-F1CF-4EE6-861B-6A57B023A41A}" dt="2026-08-07T14:56:33.300" v="7603" actId="1076"/>
          <ac:spMkLst>
            <pc:docMk/>
            <pc:sldMk cId="624501261" sldId="289"/>
            <ac:spMk id="8" creationId="{5519CF9D-076C-299F-DD9C-0507E42F8DEB}"/>
          </ac:spMkLst>
        </pc:spChg>
        <pc:picChg chg="add mod">
          <ac:chgData name="Mamtha Santhosh Nuvesh" userId="4e7e0d919fa93194" providerId="LiveId" clId="{6A2374A3-F1CF-4EE6-861B-6A57B023A41A}" dt="2026-08-07T14:57:02.996" v="7605" actId="14100"/>
          <ac:picMkLst>
            <pc:docMk/>
            <pc:sldMk cId="624501261" sldId="289"/>
            <ac:picMk id="2" creationId="{791F5B19-3765-AD5B-A38F-D3D5FCE3812B}"/>
          </ac:picMkLst>
        </pc:picChg>
        <pc:picChg chg="mod">
          <ac:chgData name="Mamtha Santhosh Nuvesh" userId="4e7e0d919fa93194" providerId="LiveId" clId="{6A2374A3-F1CF-4EE6-861B-6A57B023A41A}" dt="2026-08-07T14:56:19.745" v="7600" actId="1076"/>
          <ac:picMkLst>
            <pc:docMk/>
            <pc:sldMk cId="624501261" sldId="289"/>
            <ac:picMk id="3" creationId="{915336DC-EEA1-914C-4FC0-BD521D648174}"/>
          </ac:picMkLst>
        </pc:picChg>
      </pc:sldChg>
      <pc:sldChg chg="modSp add mod">
        <pc:chgData name="Mamtha Santhosh Nuvesh" userId="4e7e0d919fa93194" providerId="LiveId" clId="{6A2374A3-F1CF-4EE6-861B-6A57B023A41A}" dt="2026-07-31T17:04:44.021" v="7132" actId="1076"/>
        <pc:sldMkLst>
          <pc:docMk/>
          <pc:sldMk cId="2086316743" sldId="290"/>
        </pc:sldMkLst>
        <pc:spChg chg="mod">
          <ac:chgData name="Mamtha Santhosh Nuvesh" userId="4e7e0d919fa93194" providerId="LiveId" clId="{6A2374A3-F1CF-4EE6-861B-6A57B023A41A}" dt="2026-07-31T17:04:44.021" v="7132" actId="1076"/>
          <ac:spMkLst>
            <pc:docMk/>
            <pc:sldMk cId="2086316743" sldId="290"/>
            <ac:spMk id="4" creationId="{173C65A4-0FA4-0CA4-A879-50CE9CB8B201}"/>
          </ac:spMkLst>
        </pc:spChg>
        <pc:spChg chg="mod">
          <ac:chgData name="Mamtha Santhosh Nuvesh" userId="4e7e0d919fa93194" providerId="LiveId" clId="{6A2374A3-F1CF-4EE6-861B-6A57B023A41A}" dt="2026-07-31T17:04:44.021" v="7132" actId="1076"/>
          <ac:spMkLst>
            <pc:docMk/>
            <pc:sldMk cId="2086316743" sldId="290"/>
            <ac:spMk id="64" creationId="{48BA487F-11CF-48A6-C355-C95FEA648469}"/>
          </ac:spMkLst>
        </pc:spChg>
        <pc:spChg chg="mod">
          <ac:chgData name="Mamtha Santhosh Nuvesh" userId="4e7e0d919fa93194" providerId="LiveId" clId="{6A2374A3-F1CF-4EE6-861B-6A57B023A41A}" dt="2026-07-31T17:04:44.021" v="7132" actId="1076"/>
          <ac:spMkLst>
            <pc:docMk/>
            <pc:sldMk cId="2086316743" sldId="290"/>
            <ac:spMk id="66" creationId="{CDC24B00-DA66-9FFF-8875-A373EF4BA1E2}"/>
          </ac:spMkLst>
        </pc:spChg>
        <pc:spChg chg="mod">
          <ac:chgData name="Mamtha Santhosh Nuvesh" userId="4e7e0d919fa93194" providerId="LiveId" clId="{6A2374A3-F1CF-4EE6-861B-6A57B023A41A}" dt="2026-07-31T17:04:14.389" v="7131" actId="1076"/>
          <ac:spMkLst>
            <pc:docMk/>
            <pc:sldMk cId="2086316743" sldId="290"/>
            <ac:spMk id="70" creationId="{6C15409A-E9A2-15E2-0C4A-9648A98A9686}"/>
          </ac:spMkLst>
        </pc:spChg>
        <pc:spChg chg="mod">
          <ac:chgData name="Mamtha Santhosh Nuvesh" userId="4e7e0d919fa93194" providerId="LiveId" clId="{6A2374A3-F1CF-4EE6-861B-6A57B023A41A}" dt="2026-07-31T17:04:14.389" v="7131" actId="1076"/>
          <ac:spMkLst>
            <pc:docMk/>
            <pc:sldMk cId="2086316743" sldId="290"/>
            <ac:spMk id="72" creationId="{CB8F8C86-3644-ECBB-3F90-F97861CE2412}"/>
          </ac:spMkLst>
        </pc:spChg>
        <pc:spChg chg="mod">
          <ac:chgData name="Mamtha Santhosh Nuvesh" userId="4e7e0d919fa93194" providerId="LiveId" clId="{6A2374A3-F1CF-4EE6-861B-6A57B023A41A}" dt="2026-07-31T17:02:25.791" v="7022" actId="14100"/>
          <ac:spMkLst>
            <pc:docMk/>
            <pc:sldMk cId="2086316743" sldId="290"/>
            <ac:spMk id="74" creationId="{5F432B8F-8573-4DAB-7F78-D4792BCEF979}"/>
          </ac:spMkLst>
        </pc:spChg>
        <pc:spChg chg="mod">
          <ac:chgData name="Mamtha Santhosh Nuvesh" userId="4e7e0d919fa93194" providerId="LiveId" clId="{6A2374A3-F1CF-4EE6-861B-6A57B023A41A}" dt="2026-07-31T17:02:37.829" v="7025" actId="14100"/>
          <ac:spMkLst>
            <pc:docMk/>
            <pc:sldMk cId="2086316743" sldId="290"/>
            <ac:spMk id="76" creationId="{739A27F3-B1CA-2B11-5AAC-A648383F937F}"/>
          </ac:spMkLst>
        </pc:spChg>
        <pc:spChg chg="mod">
          <ac:chgData name="Mamtha Santhosh Nuvesh" userId="4e7e0d919fa93194" providerId="LiveId" clId="{6A2374A3-F1CF-4EE6-861B-6A57B023A41A}" dt="2026-07-31T17:02:41.808" v="7027" actId="20577"/>
          <ac:spMkLst>
            <pc:docMk/>
            <pc:sldMk cId="2086316743" sldId="290"/>
            <ac:spMk id="78" creationId="{BC548EAC-F9BE-568B-241D-96B6BAC3CA1B}"/>
          </ac:spMkLst>
        </pc:spChg>
        <pc:spChg chg="mod">
          <ac:chgData name="Mamtha Santhosh Nuvesh" userId="4e7e0d919fa93194" providerId="LiveId" clId="{6A2374A3-F1CF-4EE6-861B-6A57B023A41A}" dt="2026-07-31T17:04:44.021" v="7132" actId="1076"/>
          <ac:spMkLst>
            <pc:docMk/>
            <pc:sldMk cId="2086316743" sldId="290"/>
            <ac:spMk id="80" creationId="{B82D2469-7428-1948-71A0-441F8527F9F8}"/>
          </ac:spMkLst>
        </pc:spChg>
        <pc:spChg chg="mod">
          <ac:chgData name="Mamtha Santhosh Nuvesh" userId="4e7e0d919fa93194" providerId="LiveId" clId="{6A2374A3-F1CF-4EE6-861B-6A57B023A41A}" dt="2026-07-31T17:04:14.389" v="7131" actId="1076"/>
          <ac:spMkLst>
            <pc:docMk/>
            <pc:sldMk cId="2086316743" sldId="290"/>
            <ac:spMk id="82" creationId="{AD2ADFC5-5BED-52DF-E374-77CA73EAFC35}"/>
          </ac:spMkLst>
        </pc:spChg>
        <pc:spChg chg="mod">
          <ac:chgData name="Mamtha Santhosh Nuvesh" userId="4e7e0d919fa93194" providerId="LiveId" clId="{6A2374A3-F1CF-4EE6-861B-6A57B023A41A}" dt="2026-07-31T17:04:14.389" v="7131" actId="1076"/>
          <ac:spMkLst>
            <pc:docMk/>
            <pc:sldMk cId="2086316743" sldId="290"/>
            <ac:spMk id="84" creationId="{B5A0899D-A83C-FD36-4C08-7536111F81F6}"/>
          </ac:spMkLst>
        </pc:spChg>
        <pc:spChg chg="mod">
          <ac:chgData name="Mamtha Santhosh Nuvesh" userId="4e7e0d919fa93194" providerId="LiveId" clId="{6A2374A3-F1CF-4EE6-861B-6A57B023A41A}" dt="2026-07-31T17:02:55.358" v="7041" actId="1037"/>
          <ac:spMkLst>
            <pc:docMk/>
            <pc:sldMk cId="2086316743" sldId="290"/>
            <ac:spMk id="86" creationId="{5EBB463C-DFC8-A7B4-0909-7F21233627EA}"/>
          </ac:spMkLst>
        </pc:spChg>
        <pc:spChg chg="mod">
          <ac:chgData name="Mamtha Santhosh Nuvesh" userId="4e7e0d919fa93194" providerId="LiveId" clId="{6A2374A3-F1CF-4EE6-861B-6A57B023A41A}" dt="2026-07-31T17:03:42.644" v="7130" actId="20577"/>
          <ac:spMkLst>
            <pc:docMk/>
            <pc:sldMk cId="2086316743" sldId="290"/>
            <ac:spMk id="88" creationId="{B7D061D8-ED4D-BAA0-9BA9-5F05DD00A8E4}"/>
          </ac:spMkLst>
        </pc:spChg>
        <pc:spChg chg="mod">
          <ac:chgData name="Mamtha Santhosh Nuvesh" userId="4e7e0d919fa93194" providerId="LiveId" clId="{6A2374A3-F1CF-4EE6-861B-6A57B023A41A}" dt="2026-07-31T17:01:40.859" v="7007" actId="1076"/>
          <ac:spMkLst>
            <pc:docMk/>
            <pc:sldMk cId="2086316743" sldId="290"/>
            <ac:spMk id="90" creationId="{51C94EA3-302C-039F-C767-66D3BAECDAA4}"/>
          </ac:spMkLst>
        </pc:spChg>
        <pc:picChg chg="mod">
          <ac:chgData name="Mamtha Santhosh Nuvesh" userId="4e7e0d919fa93194" providerId="LiveId" clId="{6A2374A3-F1CF-4EE6-861B-6A57B023A41A}" dt="2026-07-31T17:04:44.021" v="7132" actId="1076"/>
          <ac:picMkLst>
            <pc:docMk/>
            <pc:sldMk cId="2086316743" sldId="290"/>
            <ac:picMk id="5" creationId="{46D31F93-3879-7142-A963-1A5315BEACD7}"/>
          </ac:picMkLst>
        </pc:picChg>
        <pc:picChg chg="mod">
          <ac:chgData name="Mamtha Santhosh Nuvesh" userId="4e7e0d919fa93194" providerId="LiveId" clId="{6A2374A3-F1CF-4EE6-861B-6A57B023A41A}" dt="2026-07-31T17:04:14.389" v="7131" actId="1076"/>
          <ac:picMkLst>
            <pc:docMk/>
            <pc:sldMk cId="2086316743" sldId="290"/>
            <ac:picMk id="12" creationId="{01BD99CA-B7B7-D9F3-226E-6546804D4865}"/>
          </ac:picMkLst>
        </pc:picChg>
        <pc:picChg chg="mod">
          <ac:chgData name="Mamtha Santhosh Nuvesh" userId="4e7e0d919fa93194" providerId="LiveId" clId="{6A2374A3-F1CF-4EE6-861B-6A57B023A41A}" dt="2026-07-31T17:00:48.241" v="7001" actId="1076"/>
          <ac:picMkLst>
            <pc:docMk/>
            <pc:sldMk cId="2086316743" sldId="290"/>
            <ac:picMk id="20" creationId="{8EF7D634-CB69-95DA-3E84-86E220A18262}"/>
          </ac:picMkLst>
        </pc:picChg>
        <pc:picChg chg="mod">
          <ac:chgData name="Mamtha Santhosh Nuvesh" userId="4e7e0d919fa93194" providerId="LiveId" clId="{6A2374A3-F1CF-4EE6-861B-6A57B023A41A}" dt="2026-07-31T17:01:21.713" v="7004" actId="1076"/>
          <ac:picMkLst>
            <pc:docMk/>
            <pc:sldMk cId="2086316743" sldId="290"/>
            <ac:picMk id="24" creationId="{CC8A1473-35EE-933C-1284-360796995491}"/>
          </ac:picMkLst>
        </pc:picChg>
        <pc:picChg chg="mod">
          <ac:chgData name="Mamtha Santhosh Nuvesh" userId="4e7e0d919fa93194" providerId="LiveId" clId="{6A2374A3-F1CF-4EE6-861B-6A57B023A41A}" dt="2026-07-31T17:04:14.389" v="7131" actId="1076"/>
          <ac:picMkLst>
            <pc:docMk/>
            <pc:sldMk cId="2086316743" sldId="290"/>
            <ac:picMk id="56" creationId="{66176460-DE7D-0C30-CF8C-4C75AF91ACBF}"/>
          </ac:picMkLst>
        </pc:picChg>
        <pc:picChg chg="mod">
          <ac:chgData name="Mamtha Santhosh Nuvesh" userId="4e7e0d919fa93194" providerId="LiveId" clId="{6A2374A3-F1CF-4EE6-861B-6A57B023A41A}" dt="2026-07-31T17:04:44.021" v="7132" actId="1076"/>
          <ac:picMkLst>
            <pc:docMk/>
            <pc:sldMk cId="2086316743" sldId="290"/>
            <ac:picMk id="60" creationId="{3E22DA8C-437C-7FC0-D99B-B29A29A66743}"/>
          </ac:picMkLst>
        </pc:picChg>
        <pc:picChg chg="mod">
          <ac:chgData name="Mamtha Santhosh Nuvesh" userId="4e7e0d919fa93194" providerId="LiveId" clId="{6A2374A3-F1CF-4EE6-861B-6A57B023A41A}" dt="2026-07-31T17:01:40.859" v="7007" actId="1076"/>
          <ac:picMkLst>
            <pc:docMk/>
            <pc:sldMk cId="2086316743" sldId="290"/>
            <ac:picMk id="62" creationId="{5CE36BF7-A2A3-B62B-0A74-86A597BF2609}"/>
          </ac:picMkLst>
        </pc:picChg>
        <pc:cxnChg chg="mod">
          <ac:chgData name="Mamtha Santhosh Nuvesh" userId="4e7e0d919fa93194" providerId="LiveId" clId="{6A2374A3-F1CF-4EE6-861B-6A57B023A41A}" dt="2026-07-31T17:04:44.021" v="7132" actId="1076"/>
          <ac:cxnSpMkLst>
            <pc:docMk/>
            <pc:sldMk cId="2086316743" sldId="290"/>
            <ac:cxnSpMk id="92" creationId="{E10FFD2B-CC00-BEE4-DE05-ECC4D2F1BD3E}"/>
          </ac:cxnSpMkLst>
        </pc:cxnChg>
        <pc:cxnChg chg="mod">
          <ac:chgData name="Mamtha Santhosh Nuvesh" userId="4e7e0d919fa93194" providerId="LiveId" clId="{6A2374A3-F1CF-4EE6-861B-6A57B023A41A}" dt="2026-07-31T17:04:44.021" v="7132" actId="1076"/>
          <ac:cxnSpMkLst>
            <pc:docMk/>
            <pc:sldMk cId="2086316743" sldId="290"/>
            <ac:cxnSpMk id="93" creationId="{07B6DA70-285F-1886-8AF5-C3D3ED5F6056}"/>
          </ac:cxnSpMkLst>
        </pc:cxnChg>
        <pc:cxnChg chg="mod">
          <ac:chgData name="Mamtha Santhosh Nuvesh" userId="4e7e0d919fa93194" providerId="LiveId" clId="{6A2374A3-F1CF-4EE6-861B-6A57B023A41A}" dt="2026-07-31T17:04:14.389" v="7131" actId="1076"/>
          <ac:cxnSpMkLst>
            <pc:docMk/>
            <pc:sldMk cId="2086316743" sldId="290"/>
            <ac:cxnSpMk id="94" creationId="{324A790D-314A-0697-228B-7C854D372D04}"/>
          </ac:cxnSpMkLst>
        </pc:cxnChg>
        <pc:cxnChg chg="mod">
          <ac:chgData name="Mamtha Santhosh Nuvesh" userId="4e7e0d919fa93194" providerId="LiveId" clId="{6A2374A3-F1CF-4EE6-861B-6A57B023A41A}" dt="2026-07-31T17:04:14.389" v="7131" actId="1076"/>
          <ac:cxnSpMkLst>
            <pc:docMk/>
            <pc:sldMk cId="2086316743" sldId="290"/>
            <ac:cxnSpMk id="95" creationId="{675A36AB-CF2F-04FF-0081-971C9F64D26E}"/>
          </ac:cxnSpMkLst>
        </pc:cxnChg>
        <pc:cxnChg chg="mod">
          <ac:chgData name="Mamtha Santhosh Nuvesh" userId="4e7e0d919fa93194" providerId="LiveId" clId="{6A2374A3-F1CF-4EE6-861B-6A57B023A41A}" dt="2026-07-31T17:00:48.241" v="7001" actId="1076"/>
          <ac:cxnSpMkLst>
            <pc:docMk/>
            <pc:sldMk cId="2086316743" sldId="290"/>
            <ac:cxnSpMk id="96" creationId="{85F409F3-CC49-E246-624F-807BD2F11A00}"/>
          </ac:cxnSpMkLst>
        </pc:cxnChg>
        <pc:cxnChg chg="mod">
          <ac:chgData name="Mamtha Santhosh Nuvesh" userId="4e7e0d919fa93194" providerId="LiveId" clId="{6A2374A3-F1CF-4EE6-861B-6A57B023A41A}" dt="2026-07-31T17:01:21.713" v="7004" actId="1076"/>
          <ac:cxnSpMkLst>
            <pc:docMk/>
            <pc:sldMk cId="2086316743" sldId="290"/>
            <ac:cxnSpMk id="97" creationId="{E3471FD0-8572-DEDE-A551-1B034FDA0ECA}"/>
          </ac:cxnSpMkLst>
        </pc:cxnChg>
        <pc:cxnChg chg="mod">
          <ac:chgData name="Mamtha Santhosh Nuvesh" userId="4e7e0d919fa93194" providerId="LiveId" clId="{6A2374A3-F1CF-4EE6-861B-6A57B023A41A}" dt="2026-07-31T17:01:40.859" v="7007" actId="1076"/>
          <ac:cxnSpMkLst>
            <pc:docMk/>
            <pc:sldMk cId="2086316743" sldId="290"/>
            <ac:cxnSpMk id="98" creationId="{10AECEF4-2BAA-577D-2DE7-1EE4C35C2753}"/>
          </ac:cxnSpMkLst>
        </pc:cxnChg>
      </pc:sldChg>
      <pc:sldChg chg="addSp delSp modSp add mod">
        <pc:chgData name="Mamtha Santhosh Nuvesh" userId="4e7e0d919fa93194" providerId="LiveId" clId="{6A2374A3-F1CF-4EE6-861B-6A57B023A41A}" dt="2026-08-07T14:58:13.293" v="7620" actId="1076"/>
        <pc:sldMkLst>
          <pc:docMk/>
          <pc:sldMk cId="1926013039" sldId="291"/>
        </pc:sldMkLst>
        <pc:spChg chg="mod">
          <ac:chgData name="Mamtha Santhosh Nuvesh" userId="4e7e0d919fa93194" providerId="LiveId" clId="{6A2374A3-F1CF-4EE6-861B-6A57B023A41A}" dt="2026-08-07T14:57:58.688" v="7617" actId="1076"/>
          <ac:spMkLst>
            <pc:docMk/>
            <pc:sldMk cId="1926013039" sldId="291"/>
            <ac:spMk id="5" creationId="{1A4C69F1-0FF9-A665-F7C0-92D48CD1126D}"/>
          </ac:spMkLst>
        </pc:spChg>
        <pc:picChg chg="mod">
          <ac:chgData name="Mamtha Santhosh Nuvesh" userId="4e7e0d919fa93194" providerId="LiveId" clId="{6A2374A3-F1CF-4EE6-861B-6A57B023A41A}" dt="2026-08-07T14:57:35.328" v="7613" actId="1076"/>
          <ac:picMkLst>
            <pc:docMk/>
            <pc:sldMk cId="1926013039" sldId="291"/>
            <ac:picMk id="3" creationId="{F4DD4D00-5D50-50D2-6668-1225E6479839}"/>
          </ac:picMkLst>
        </pc:picChg>
        <pc:picChg chg="add mod">
          <ac:chgData name="Mamtha Santhosh Nuvesh" userId="4e7e0d919fa93194" providerId="LiveId" clId="{6A2374A3-F1CF-4EE6-861B-6A57B023A41A}" dt="2026-08-07T14:58:13.293" v="7620" actId="1076"/>
          <ac:picMkLst>
            <pc:docMk/>
            <pc:sldMk cId="1926013039" sldId="291"/>
            <ac:picMk id="6" creationId="{27385727-EA30-23BE-2329-AD1EA3E40D66}"/>
          </ac:picMkLst>
        </pc:picChg>
      </pc:sldChg>
      <pc:sldChg chg="addSp delSp modSp add mod">
        <pc:chgData name="Mamtha Santhosh Nuvesh" userId="4e7e0d919fa93194" providerId="LiveId" clId="{6A2374A3-F1CF-4EE6-861B-6A57B023A41A}" dt="2026-08-11T13:52:14.968" v="7653" actId="1076"/>
        <pc:sldMkLst>
          <pc:docMk/>
          <pc:sldMk cId="666996904" sldId="292"/>
        </pc:sldMkLst>
        <pc:spChg chg="del">
          <ac:chgData name="Mamtha Santhosh Nuvesh" userId="4e7e0d919fa93194" providerId="LiveId" clId="{6A2374A3-F1CF-4EE6-861B-6A57B023A41A}" dt="2026-08-11T13:51:25.757" v="7646" actId="478"/>
          <ac:spMkLst>
            <pc:docMk/>
            <pc:sldMk cId="666996904" sldId="292"/>
            <ac:spMk id="7" creationId="{DE21D999-5874-818B-1DB8-5C3D663882E1}"/>
          </ac:spMkLst>
        </pc:spChg>
        <pc:spChg chg="add mod">
          <ac:chgData name="Mamtha Santhosh Nuvesh" userId="4e7e0d919fa93194" providerId="LiveId" clId="{6A2374A3-F1CF-4EE6-861B-6A57B023A41A}" dt="2026-08-11T13:51:59.872" v="7650" actId="207"/>
          <ac:spMkLst>
            <pc:docMk/>
            <pc:sldMk cId="666996904" sldId="292"/>
            <ac:spMk id="8" creationId="{9857AD1D-914A-7D19-0432-3B4DCE3AA181}"/>
          </ac:spMkLst>
        </pc:spChg>
        <pc:spChg chg="del">
          <ac:chgData name="Mamtha Santhosh Nuvesh" userId="4e7e0d919fa93194" providerId="LiveId" clId="{6A2374A3-F1CF-4EE6-861B-6A57B023A41A}" dt="2026-08-11T13:51:22.919" v="7645" actId="478"/>
          <ac:spMkLst>
            <pc:docMk/>
            <pc:sldMk cId="666996904" sldId="292"/>
            <ac:spMk id="9" creationId="{8DB390B1-650A-C3C3-87CB-92F3D6450EE0}"/>
          </ac:spMkLst>
        </pc:spChg>
        <pc:spChg chg="add mod">
          <ac:chgData name="Mamtha Santhosh Nuvesh" userId="4e7e0d919fa93194" providerId="LiveId" clId="{6A2374A3-F1CF-4EE6-861B-6A57B023A41A}" dt="2026-08-11T13:52:11.119" v="7652" actId="1076"/>
          <ac:spMkLst>
            <pc:docMk/>
            <pc:sldMk cId="666996904" sldId="292"/>
            <ac:spMk id="11" creationId="{D32ABF49-3A1C-7520-4FAF-0377A10EA2F1}"/>
          </ac:spMkLst>
        </pc:spChg>
        <pc:spChg chg="del">
          <ac:chgData name="Mamtha Santhosh Nuvesh" userId="4e7e0d919fa93194" providerId="LiveId" clId="{6A2374A3-F1CF-4EE6-861B-6A57B023A41A}" dt="2026-08-11T13:51:18.576" v="7644" actId="478"/>
          <ac:spMkLst>
            <pc:docMk/>
            <pc:sldMk cId="666996904" sldId="292"/>
            <ac:spMk id="13" creationId="{1EE80F75-EA44-3256-4436-4674F38219FD}"/>
          </ac:spMkLst>
        </pc:spChg>
        <pc:spChg chg="del">
          <ac:chgData name="Mamtha Santhosh Nuvesh" userId="4e7e0d919fa93194" providerId="LiveId" clId="{6A2374A3-F1CF-4EE6-861B-6A57B023A41A}" dt="2026-08-11T13:51:29.754" v="7647" actId="478"/>
          <ac:spMkLst>
            <pc:docMk/>
            <pc:sldMk cId="666996904" sldId="292"/>
            <ac:spMk id="15" creationId="{37EDA775-196D-D1A4-DB37-634FD6EC9114}"/>
          </ac:spMkLst>
        </pc:spChg>
        <pc:spChg chg="del">
          <ac:chgData name="Mamtha Santhosh Nuvesh" userId="4e7e0d919fa93194" providerId="LiveId" clId="{6A2374A3-F1CF-4EE6-861B-6A57B023A41A}" dt="2026-08-11T13:51:07.016" v="7640" actId="478"/>
          <ac:spMkLst>
            <pc:docMk/>
            <pc:sldMk cId="666996904" sldId="292"/>
            <ac:spMk id="17" creationId="{2FE59EDB-4162-D0C3-6B3F-4AC0D80D19FA}"/>
          </ac:spMkLst>
        </pc:spChg>
        <pc:spChg chg="del">
          <ac:chgData name="Mamtha Santhosh Nuvesh" userId="4e7e0d919fa93194" providerId="LiveId" clId="{6A2374A3-F1CF-4EE6-861B-6A57B023A41A}" dt="2026-08-11T13:51:11.884" v="7641" actId="478"/>
          <ac:spMkLst>
            <pc:docMk/>
            <pc:sldMk cId="666996904" sldId="292"/>
            <ac:spMk id="19" creationId="{3ECDD629-F625-A3AA-7078-DBF70C184CD4}"/>
          </ac:spMkLst>
        </pc:spChg>
        <pc:picChg chg="add mod">
          <ac:chgData name="Mamtha Santhosh Nuvesh" userId="4e7e0d919fa93194" providerId="LiveId" clId="{6A2374A3-F1CF-4EE6-861B-6A57B023A41A}" dt="2026-08-11T13:52:14.968" v="7653" actId="1076"/>
          <ac:picMkLst>
            <pc:docMk/>
            <pc:sldMk cId="666996904" sldId="292"/>
            <ac:picMk id="4" creationId="{4975E06F-8EC9-4CFA-B1D1-6857905787B0}"/>
          </ac:picMkLst>
        </pc:picChg>
        <pc:picChg chg="del">
          <ac:chgData name="Mamtha Santhosh Nuvesh" userId="4e7e0d919fa93194" providerId="LiveId" clId="{6A2374A3-F1CF-4EE6-861B-6A57B023A41A}" dt="2026-08-11T13:51:12.879" v="7642" actId="478"/>
          <ac:picMkLst>
            <pc:docMk/>
            <pc:sldMk cId="666996904" sldId="292"/>
            <ac:picMk id="5" creationId="{D3A8BFAE-0AC5-FD99-730F-49837B49102B}"/>
          </ac:picMkLst>
        </pc:picChg>
        <pc:picChg chg="del">
          <ac:chgData name="Mamtha Santhosh Nuvesh" userId="4e7e0d919fa93194" providerId="LiveId" clId="{6A2374A3-F1CF-4EE6-861B-6A57B023A41A}" dt="2026-08-11T13:51:14.065" v="7643" actId="478"/>
          <ac:picMkLst>
            <pc:docMk/>
            <pc:sldMk cId="666996904" sldId="292"/>
            <ac:picMk id="24" creationId="{396ABE7E-4612-70BF-8624-93E05CD1B83B}"/>
          </ac:picMkLst>
        </pc:picChg>
      </pc:sldChg>
      <pc:sldChg chg="addSp delSp add del mod">
        <pc:chgData name="Mamtha Santhosh Nuvesh" userId="4e7e0d919fa93194" providerId="LiveId" clId="{6A2374A3-F1CF-4EE6-861B-6A57B023A41A}" dt="2026-08-11T13:50:46.605" v="7637"/>
        <pc:sldMkLst>
          <pc:docMk/>
          <pc:sldMk cId="1493957092" sldId="292"/>
        </pc:sldMkLst>
        <pc:spChg chg="add del">
          <ac:chgData name="Mamtha Santhosh Nuvesh" userId="4e7e0d919fa93194" providerId="LiveId" clId="{6A2374A3-F1CF-4EE6-861B-6A57B023A41A}" dt="2026-08-11T13:50:30.637" v="7635" actId="478"/>
          <ac:spMkLst>
            <pc:docMk/>
            <pc:sldMk cId="1493957092" sldId="292"/>
            <ac:spMk id="4" creationId="{E3D26D6C-03C6-6D1C-33E6-8BD9CA94C3E7}"/>
          </ac:spMkLst>
        </pc:spChg>
        <pc:spChg chg="add del">
          <ac:chgData name="Mamtha Santhosh Nuvesh" userId="4e7e0d919fa93194" providerId="LiveId" clId="{6A2374A3-F1CF-4EE6-861B-6A57B023A41A}" dt="2026-08-11T13:50:27.123" v="7634" actId="478"/>
          <ac:spMkLst>
            <pc:docMk/>
            <pc:sldMk cId="1493957092" sldId="292"/>
            <ac:spMk id="38" creationId="{3F0E94B7-04D9-C7FE-D9F3-81B87807C618}"/>
          </ac:spMkLst>
        </pc:spChg>
        <pc:picChg chg="add del">
          <ac:chgData name="Mamtha Santhosh Nuvesh" userId="4e7e0d919fa93194" providerId="LiveId" clId="{6A2374A3-F1CF-4EE6-861B-6A57B023A41A}" dt="2026-08-11T13:50:31.411" v="7636" actId="478"/>
          <ac:picMkLst>
            <pc:docMk/>
            <pc:sldMk cId="1493957092" sldId="292"/>
            <ac:picMk id="7" creationId="{DD49CB1C-F929-BC43-D208-AFF2D9BFEB2A}"/>
          </ac:picMkLst>
        </pc:picChg>
      </pc:sldChg>
      <pc:sldMasterChg chg="modTransition modSldLayout">
        <pc:chgData name="Mamtha Santhosh Nuvesh" userId="4e7e0d919fa93194" providerId="LiveId" clId="{6A2374A3-F1CF-4EE6-861B-6A57B023A41A}" dt="2026-07-16T18:51:46.877" v="5356"/>
        <pc:sldMasterMkLst>
          <pc:docMk/>
          <pc:sldMasterMk cId="2144606447" sldId="2147483648"/>
        </pc:sldMasterMkLst>
        <pc:sldLayoutChg chg="modTransition">
          <pc:chgData name="Mamtha Santhosh Nuvesh" userId="4e7e0d919fa93194" providerId="LiveId" clId="{6A2374A3-F1CF-4EE6-861B-6A57B023A41A}" dt="2026-07-16T18:51:46.877" v="5356"/>
          <pc:sldLayoutMkLst>
            <pc:docMk/>
            <pc:sldMasterMk cId="2144606447" sldId="2147483648"/>
            <pc:sldLayoutMk cId="1137442242" sldId="2147483649"/>
          </pc:sldLayoutMkLst>
        </pc:sldLayoutChg>
        <pc:sldLayoutChg chg="modTransition">
          <pc:chgData name="Mamtha Santhosh Nuvesh" userId="4e7e0d919fa93194" providerId="LiveId" clId="{6A2374A3-F1CF-4EE6-861B-6A57B023A41A}" dt="2026-07-16T18:51:46.877" v="5356"/>
          <pc:sldLayoutMkLst>
            <pc:docMk/>
            <pc:sldMasterMk cId="2144606447" sldId="2147483648"/>
            <pc:sldLayoutMk cId="1159016796" sldId="2147483650"/>
          </pc:sldLayoutMkLst>
        </pc:sldLayoutChg>
        <pc:sldLayoutChg chg="modTransition">
          <pc:chgData name="Mamtha Santhosh Nuvesh" userId="4e7e0d919fa93194" providerId="LiveId" clId="{6A2374A3-F1CF-4EE6-861B-6A57B023A41A}" dt="2026-07-16T18:51:46.877" v="5356"/>
          <pc:sldLayoutMkLst>
            <pc:docMk/>
            <pc:sldMasterMk cId="2144606447" sldId="2147483648"/>
            <pc:sldLayoutMk cId="3015499104" sldId="2147483651"/>
          </pc:sldLayoutMkLst>
        </pc:sldLayoutChg>
        <pc:sldLayoutChg chg="modTransition">
          <pc:chgData name="Mamtha Santhosh Nuvesh" userId="4e7e0d919fa93194" providerId="LiveId" clId="{6A2374A3-F1CF-4EE6-861B-6A57B023A41A}" dt="2026-07-16T18:51:46.877" v="5356"/>
          <pc:sldLayoutMkLst>
            <pc:docMk/>
            <pc:sldMasterMk cId="2144606447" sldId="2147483648"/>
            <pc:sldLayoutMk cId="610101047" sldId="2147483652"/>
          </pc:sldLayoutMkLst>
        </pc:sldLayoutChg>
        <pc:sldLayoutChg chg="modTransition">
          <pc:chgData name="Mamtha Santhosh Nuvesh" userId="4e7e0d919fa93194" providerId="LiveId" clId="{6A2374A3-F1CF-4EE6-861B-6A57B023A41A}" dt="2026-07-16T18:51:46.877" v="5356"/>
          <pc:sldLayoutMkLst>
            <pc:docMk/>
            <pc:sldMasterMk cId="2144606447" sldId="2147483648"/>
            <pc:sldLayoutMk cId="196993315" sldId="2147483653"/>
          </pc:sldLayoutMkLst>
        </pc:sldLayoutChg>
        <pc:sldLayoutChg chg="modTransition">
          <pc:chgData name="Mamtha Santhosh Nuvesh" userId="4e7e0d919fa93194" providerId="LiveId" clId="{6A2374A3-F1CF-4EE6-861B-6A57B023A41A}" dt="2026-07-16T18:51:46.877" v="5356"/>
          <pc:sldLayoutMkLst>
            <pc:docMk/>
            <pc:sldMasterMk cId="2144606447" sldId="2147483648"/>
            <pc:sldLayoutMk cId="809761411" sldId="2147483654"/>
          </pc:sldLayoutMkLst>
        </pc:sldLayoutChg>
        <pc:sldLayoutChg chg="modTransition">
          <pc:chgData name="Mamtha Santhosh Nuvesh" userId="4e7e0d919fa93194" providerId="LiveId" clId="{6A2374A3-F1CF-4EE6-861B-6A57B023A41A}" dt="2026-07-16T18:51:46.877" v="5356"/>
          <pc:sldLayoutMkLst>
            <pc:docMk/>
            <pc:sldMasterMk cId="2144606447" sldId="2147483648"/>
            <pc:sldLayoutMk cId="1093325453" sldId="2147483655"/>
          </pc:sldLayoutMkLst>
        </pc:sldLayoutChg>
        <pc:sldLayoutChg chg="modTransition">
          <pc:chgData name="Mamtha Santhosh Nuvesh" userId="4e7e0d919fa93194" providerId="LiveId" clId="{6A2374A3-F1CF-4EE6-861B-6A57B023A41A}" dt="2026-07-16T18:51:46.877" v="5356"/>
          <pc:sldLayoutMkLst>
            <pc:docMk/>
            <pc:sldMasterMk cId="2144606447" sldId="2147483648"/>
            <pc:sldLayoutMk cId="2996139600" sldId="2147483656"/>
          </pc:sldLayoutMkLst>
        </pc:sldLayoutChg>
        <pc:sldLayoutChg chg="modTransition">
          <pc:chgData name="Mamtha Santhosh Nuvesh" userId="4e7e0d919fa93194" providerId="LiveId" clId="{6A2374A3-F1CF-4EE6-861B-6A57B023A41A}" dt="2026-07-16T18:51:46.877" v="5356"/>
          <pc:sldLayoutMkLst>
            <pc:docMk/>
            <pc:sldMasterMk cId="2144606447" sldId="2147483648"/>
            <pc:sldLayoutMk cId="492425747" sldId="2147483657"/>
          </pc:sldLayoutMkLst>
        </pc:sldLayoutChg>
        <pc:sldLayoutChg chg="modTransition">
          <pc:chgData name="Mamtha Santhosh Nuvesh" userId="4e7e0d919fa93194" providerId="LiveId" clId="{6A2374A3-F1CF-4EE6-861B-6A57B023A41A}" dt="2026-07-16T18:51:46.877" v="5356"/>
          <pc:sldLayoutMkLst>
            <pc:docMk/>
            <pc:sldMasterMk cId="2144606447" sldId="2147483648"/>
            <pc:sldLayoutMk cId="387739215" sldId="2147483658"/>
          </pc:sldLayoutMkLst>
        </pc:sldLayoutChg>
        <pc:sldLayoutChg chg="modTransition">
          <pc:chgData name="Mamtha Santhosh Nuvesh" userId="4e7e0d919fa93194" providerId="LiveId" clId="{6A2374A3-F1CF-4EE6-861B-6A57B023A41A}" dt="2026-07-16T18:51:46.877" v="5356"/>
          <pc:sldLayoutMkLst>
            <pc:docMk/>
            <pc:sldMasterMk cId="2144606447" sldId="2147483648"/>
            <pc:sldLayoutMk cId="3767735973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279A1-3707-B79F-97EF-EC640C41BB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5F25E1-F1EE-2EF7-6F76-AEE5A11AF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91853-6F81-B147-781B-6EDB68BC7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324B5-4BCB-4899-BED6-22FD425EEAD1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F81C3-521C-CC22-5D60-B65990C15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2B0DA-C7D4-AF71-5013-AF6ED6977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D43B-5D09-4603-8F3B-B50CA83F3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442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ED9B8-A1B1-9562-A54B-521B89F26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62095-3E65-7A7B-AC67-073FB33A0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4DBED-FE42-947F-CE38-1F7A4971B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324B5-4BCB-4899-BED6-22FD425EEAD1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3E350-35C6-B93F-4E85-47EE80A5A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8DEB0-F136-8BC1-539A-8F8F17229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D43B-5D09-4603-8F3B-B50CA83F3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016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D216D-8BDE-530E-45E1-C6472FDEF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8AA8D-3C44-A41A-8F06-078462958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36AA1-9AFF-F80C-4730-2B74C614B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324B5-4BCB-4899-BED6-22FD425EEAD1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E06A0-FB53-D6E6-9FF6-2B2F588E8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7935B-C67E-9DBD-DB3F-5DF4485C9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D43B-5D09-4603-8F3B-B50CA83F3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499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301EA-2BC8-19B7-C42E-1D12000BF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9E004-EC1E-8AA8-09EC-F4664EBEF7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F2FC20-B49A-7105-BDD5-C7E6AFF6F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3F1A8-7560-20FB-82B1-80C29162E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324B5-4BCB-4899-BED6-22FD425EEAD1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F3CC6B-9624-6696-0D81-E0826F23D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AAD00C-AAB0-AF4F-E0E2-AA5AA1606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D43B-5D09-4603-8F3B-B50CA83F3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0101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B4736-F958-853A-CEFF-87962D194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8D5DC-8CA2-8F85-A17A-F7A098848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49E38F-6C9D-6C45-223E-E688A3C24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322725-1868-28FC-92A2-CA78E849E3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C1D263-592A-50B8-68EC-D25EDF558E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67E8B1-E51C-0481-6EF5-70603AD61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324B5-4BCB-4899-BED6-22FD425EEAD1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E7D7D9-329A-D15B-C5B6-D3C09D42D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5E69DB-6F98-1996-D849-5D9124BEE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D43B-5D09-4603-8F3B-B50CA83F3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93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DE646-F280-06F1-CA99-890D78721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1BF139-85CB-BD61-64E7-5A93C1B0E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324B5-4BCB-4899-BED6-22FD425EEAD1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614DE6-5A67-9213-8CEE-2D9D02CBF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7B2EB5-5B56-5A4A-9103-564FE2AB3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D43B-5D09-4603-8F3B-B50CA83F3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761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4D60A6-DCAF-1530-E0FA-1E4558260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324B5-4BCB-4899-BED6-22FD425EEAD1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1AAD22-9EE8-9627-6AA3-629C1394B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7F1144-4CFA-C8AF-0182-FE9A481D1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D43B-5D09-4603-8F3B-B50CA83F3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325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6B26C-9B98-16F6-FA37-B80F1A227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FAF9E-9566-8363-701D-423043E94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4068B-7086-40CA-D912-E3B3CC2135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226149-58C9-C59A-F55C-C98F3FA2D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324B5-4BCB-4899-BED6-22FD425EEAD1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EA2392-58B1-97F5-F1B7-4A901F93A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AA7F9-F3AB-55D5-3383-4CC6A9E46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D43B-5D09-4603-8F3B-B50CA83F3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139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B277B-A2CE-E6B2-7B9B-985CE22B2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309901-9913-0365-AFFC-56096723AE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B5E48-E84F-F360-85F0-78DD29702D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C40070-747A-B229-0FED-EDDA74A98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324B5-4BCB-4899-BED6-22FD425EEAD1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5C40BE-06E5-6018-8DF4-057EE103A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21BCFB-F71F-4986-AA00-9D19541D6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D43B-5D09-4603-8F3B-B50CA83F3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425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D6F3E-EF39-AC80-948C-3687AD362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FBA877-E321-5AD9-9848-8469F5723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CC144-EB7D-D5EB-B890-C26387444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324B5-4BCB-4899-BED6-22FD425EEAD1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B6134-0EE8-EC1D-2202-ACB8EDBF8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1AD36-DC30-058B-C283-74BDF2B9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D43B-5D09-4603-8F3B-B50CA83F3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39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4FC0B7-EA1E-7D7E-9B5E-EC682D33D1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6A1EE4-888E-FBD7-36B3-921283665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E882F-B0B0-8567-2E4F-1C6BF685B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324B5-4BCB-4899-BED6-22FD425EEAD1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11BE2-EA8D-F661-BF6F-13AA1842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4F71A-AE83-F4F8-136A-0671462FB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D43B-5D09-4603-8F3B-B50CA83F3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735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B7D317-807A-B8AB-A97B-C96BBE070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1AA3D-9BE2-5FC3-0812-EF2B3DB19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4A106-8CF1-3CA2-7BA9-A6DAA7E1C8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F324B5-4BCB-4899-BED6-22FD425EEAD1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CD638-D3B2-F2B1-D3E4-A6DA379482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53EC8-0A28-8457-A3CD-8B04101344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E6D43B-5D09-4603-8F3B-B50CA83F3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606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2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jpe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hyperlink" Target="Music%20%20&amp;%20Streaming%20Data%20Analysis%20%20DashBoard%20Final%20(3)%20(1).pbix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hyperlink" Target="https://d.docs.live.net/4e7e0d919fa93194/Desktop/group%20project%202026/final%20group%20project/Music%20%20%5e0%20Streaming%20Data%20Analysis%20%20DashBoard%20Final%20(3)%20(1).pbix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5E06D0-1691-A631-DF9D-CA07712775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9890F3-9A43-7217-EAFC-08C417AFAEDB}"/>
              </a:ext>
            </a:extLst>
          </p:cNvPr>
          <p:cNvSpPr txBox="1"/>
          <p:nvPr/>
        </p:nvSpPr>
        <p:spPr>
          <a:xfrm>
            <a:off x="696685" y="631372"/>
            <a:ext cx="105228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MUSIC PERFORMANCE &amp;</a:t>
            </a:r>
          </a:p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STREAMING  ANALYTICS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41D4C9-400D-3830-969E-E5FBDCD561B3}"/>
              </a:ext>
            </a:extLst>
          </p:cNvPr>
          <p:cNvSpPr txBox="1"/>
          <p:nvPr/>
        </p:nvSpPr>
        <p:spPr>
          <a:xfrm>
            <a:off x="696685" y="2263017"/>
            <a:ext cx="4019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DATA CLEANING, ANALYSIS &amp; </a:t>
            </a:r>
          </a:p>
          <a:p>
            <a:r>
              <a:rPr lang="en-IN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BUSINESS INSIGHTS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5A9A8EE-D1A3-50C3-54A4-E1DB7C65E5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190" y="2970903"/>
            <a:ext cx="490809" cy="49080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55B2437-6C70-962D-588B-3E0267F6F7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083" y="2679192"/>
            <a:ext cx="1090298" cy="109029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38482F6-5543-CE5E-05CE-FDBCD7222F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691" y="2970903"/>
            <a:ext cx="499660" cy="49966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E00A190-CA47-129B-A269-7F59EE5DE9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4083" y="2970903"/>
            <a:ext cx="490191" cy="49019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44C322C-5081-4C32-DD74-DD8273508A5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042" y="2991124"/>
            <a:ext cx="496592" cy="49659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3E119F0-AB41-7012-F374-0C694EE6997B}"/>
              </a:ext>
            </a:extLst>
          </p:cNvPr>
          <p:cNvSpPr txBox="1"/>
          <p:nvPr/>
        </p:nvSpPr>
        <p:spPr>
          <a:xfrm>
            <a:off x="696685" y="5473369"/>
            <a:ext cx="210422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2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2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</p:spTree>
    <p:extLst>
      <p:ext uri="{BB962C8B-B14F-4D97-AF65-F5344CB8AC3E}">
        <p14:creationId xmlns:p14="http://schemas.microsoft.com/office/powerpoint/2010/main" val="399844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DBA2AF-1BA5-2687-A088-2C52CB096C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44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B18820-C61F-6858-64BE-C44D49E6E060}"/>
              </a:ext>
            </a:extLst>
          </p:cNvPr>
          <p:cNvSpPr txBox="1"/>
          <p:nvPr/>
        </p:nvSpPr>
        <p:spPr>
          <a:xfrm>
            <a:off x="3319630" y="772626"/>
            <a:ext cx="55527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PROJECT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8B1B02-C6ED-2406-8DE7-F613ACF1B29F}"/>
              </a:ext>
            </a:extLst>
          </p:cNvPr>
          <p:cNvSpPr txBox="1"/>
          <p:nvPr/>
        </p:nvSpPr>
        <p:spPr>
          <a:xfrm>
            <a:off x="3120288" y="1953277"/>
            <a:ext cx="70190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Our objective was to analyse music streaming data from multiple platforms to uncover trends, measure performance, and provide actionable business insights.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CCA665-C358-D330-93BD-3EC87FC57B5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091" y="253483"/>
            <a:ext cx="1512539" cy="158692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2096B51-CC34-6A97-5625-C109D83219B2}"/>
              </a:ext>
            </a:extLst>
          </p:cNvPr>
          <p:cNvSpPr txBox="1"/>
          <p:nvPr/>
        </p:nvSpPr>
        <p:spPr>
          <a:xfrm>
            <a:off x="2426022" y="3665865"/>
            <a:ext cx="70190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Identify top performing tracks and artists.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86B46F-9C64-466A-68F9-8C261B5074F4}"/>
              </a:ext>
            </a:extLst>
          </p:cNvPr>
          <p:cNvSpPr txBox="1"/>
          <p:nvPr/>
        </p:nvSpPr>
        <p:spPr>
          <a:xfrm>
            <a:off x="2426022" y="4187827"/>
            <a:ext cx="70190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Understand audience engagement.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EAE6A9-EC24-44A6-F100-13E93CB39C4F}"/>
              </a:ext>
            </a:extLst>
          </p:cNvPr>
          <p:cNvSpPr txBox="1"/>
          <p:nvPr/>
        </p:nvSpPr>
        <p:spPr>
          <a:xfrm>
            <a:off x="2426019" y="5263835"/>
            <a:ext cx="70190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Discover trends over time.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7B0CFD-22B3-A02A-78F4-DA7B5CA0902D}"/>
              </a:ext>
            </a:extLst>
          </p:cNvPr>
          <p:cNvSpPr txBox="1"/>
          <p:nvPr/>
        </p:nvSpPr>
        <p:spPr>
          <a:xfrm>
            <a:off x="2426018" y="5779835"/>
            <a:ext cx="70190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Generate insights for business decision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91ADF6-3F93-5A7C-A5CC-420DF19B800F}"/>
              </a:ext>
            </a:extLst>
          </p:cNvPr>
          <p:cNvSpPr txBox="1"/>
          <p:nvPr/>
        </p:nvSpPr>
        <p:spPr>
          <a:xfrm>
            <a:off x="2426019" y="4725831"/>
            <a:ext cx="70190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Compare performance across platforms.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15C337E-0522-6E79-5FEF-4772098375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139" y="3269040"/>
            <a:ext cx="2785352" cy="371380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9BA074B-3908-B34A-FEAF-D1647D792E4D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</p:spTree>
    <p:extLst>
      <p:ext uri="{BB962C8B-B14F-4D97-AF65-F5344CB8AC3E}">
        <p14:creationId xmlns:p14="http://schemas.microsoft.com/office/powerpoint/2010/main" val="3998811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B8EE92-6BB7-FAFA-F18B-B41AF61FB8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1" cy="68637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9B207D-9FF0-154C-0551-0C0C8247D1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3640" y="1979309"/>
            <a:ext cx="6102759" cy="4068506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72C6FB8-DEB1-48CF-90C3-826D80D6C8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1551680"/>
              </p:ext>
            </p:extLst>
          </p:nvPr>
        </p:nvGraphicFramePr>
        <p:xfrm>
          <a:off x="5758359" y="1700108"/>
          <a:ext cx="5764948" cy="3944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5968">
                  <a:extLst>
                    <a:ext uri="{9D8B030D-6E8A-4147-A177-3AD203B41FA5}">
                      <a16:colId xmlns:a16="http://schemas.microsoft.com/office/drawing/2014/main" val="1306698234"/>
                    </a:ext>
                  </a:extLst>
                </a:gridCol>
                <a:gridCol w="3498980">
                  <a:extLst>
                    <a:ext uri="{9D8B030D-6E8A-4147-A177-3AD203B41FA5}">
                      <a16:colId xmlns:a16="http://schemas.microsoft.com/office/drawing/2014/main" val="4230806219"/>
                    </a:ext>
                  </a:extLst>
                </a:gridCol>
              </a:tblGrid>
              <a:tr h="582210"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rgbClr val="FFC000"/>
                          </a:solidFill>
                        </a:rPr>
                        <a:t>Total Records :</a:t>
                      </a:r>
                    </a:p>
                  </a:txBody>
                  <a:tcPr>
                    <a:pattFill prst="pct90">
                      <a:fgClr>
                        <a:srgbClr val="7030A0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rgbClr val="FFFF00"/>
                          </a:solidFill>
                        </a:rPr>
                        <a:t>4,600</a:t>
                      </a:r>
                    </a:p>
                  </a:txBody>
                  <a:tcPr>
                    <a:pattFill prst="pct90">
                      <a:fgClr>
                        <a:srgbClr val="7030A0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661186884"/>
                  </a:ext>
                </a:extLst>
              </a:tr>
              <a:tr h="582210"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rgbClr val="FFC000"/>
                          </a:solidFill>
                        </a:rPr>
                        <a:t>Total Columns :</a:t>
                      </a:r>
                    </a:p>
                  </a:txBody>
                  <a:tcPr>
                    <a:pattFill prst="pct90">
                      <a:fgClr>
                        <a:srgbClr val="7030A0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rgbClr val="FFFF00"/>
                          </a:solidFill>
                        </a:rPr>
                        <a:t>27</a:t>
                      </a:r>
                    </a:p>
                  </a:txBody>
                  <a:tcPr>
                    <a:pattFill prst="pct90">
                      <a:fgClr>
                        <a:srgbClr val="7030A0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3332425343"/>
                  </a:ext>
                </a:extLst>
              </a:tr>
              <a:tr h="1004910"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rgbClr val="FFC000"/>
                          </a:solidFill>
                        </a:rPr>
                        <a:t>Platforms Streams :</a:t>
                      </a:r>
                    </a:p>
                  </a:txBody>
                  <a:tcPr>
                    <a:pattFill prst="pct90">
                      <a:fgClr>
                        <a:srgbClr val="7030A0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rgbClr val="FFFF00"/>
                          </a:solidFill>
                        </a:rPr>
                        <a:t>Spotify, YouTube, TikTok, Apple Music, Deezer, Amazon, Airplay  Spin, SiriusXM Spin, Pandora, Soundcloud and Shazam</a:t>
                      </a:r>
                    </a:p>
                    <a:p>
                      <a:endParaRPr lang="en-IN" sz="2000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pattFill prst="pct90">
                      <a:fgClr>
                        <a:srgbClr val="7030A0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666175498"/>
                  </a:ext>
                </a:extLst>
              </a:tr>
              <a:tr h="582210"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rgbClr val="FFC000"/>
                          </a:solidFill>
                        </a:rPr>
                        <a:t>Data Type :</a:t>
                      </a:r>
                    </a:p>
                  </a:txBody>
                  <a:tcPr>
                    <a:pattFill prst="pct90">
                      <a:fgClr>
                        <a:srgbClr val="7030A0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rgbClr val="FFFF00"/>
                          </a:solidFill>
                        </a:rPr>
                        <a:t>Categorical + Numerical</a:t>
                      </a:r>
                    </a:p>
                  </a:txBody>
                  <a:tcPr>
                    <a:pattFill prst="pct90">
                      <a:fgClr>
                        <a:srgbClr val="7030A0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3467882932"/>
                  </a:ext>
                </a:extLst>
              </a:tr>
              <a:tr h="582210"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rgbClr val="FFC000"/>
                          </a:solidFill>
                        </a:rPr>
                        <a:t>Time Span :</a:t>
                      </a:r>
                    </a:p>
                  </a:txBody>
                  <a:tcPr>
                    <a:pattFill prst="pct90">
                      <a:fgClr>
                        <a:srgbClr val="7030A0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rgbClr val="FFFF00"/>
                          </a:solidFill>
                        </a:rPr>
                        <a:t>Multiple Release Years</a:t>
                      </a:r>
                    </a:p>
                  </a:txBody>
                  <a:tcPr>
                    <a:pattFill prst="pct90">
                      <a:fgClr>
                        <a:srgbClr val="7030A0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91122964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C866C3D-CF59-904B-2156-0270458BC77A}"/>
              </a:ext>
            </a:extLst>
          </p:cNvPr>
          <p:cNvSpPr txBox="1"/>
          <p:nvPr/>
        </p:nvSpPr>
        <p:spPr>
          <a:xfrm>
            <a:off x="3669254" y="635711"/>
            <a:ext cx="55712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DATASET OVERVIEW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08BF9D-12DA-300B-FA4C-358C91AE88B0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</p:spTree>
    <p:extLst>
      <p:ext uri="{BB962C8B-B14F-4D97-AF65-F5344CB8AC3E}">
        <p14:creationId xmlns:p14="http://schemas.microsoft.com/office/powerpoint/2010/main" val="257338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2F29A-561E-D6A7-E550-4FB99BDBD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79EC53-12B2-1445-5A0B-70CCBAAE9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37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EADA35B-6F93-81EE-DA21-9CA76D1DD836}"/>
              </a:ext>
            </a:extLst>
          </p:cNvPr>
          <p:cNvSpPr txBox="1"/>
          <p:nvPr/>
        </p:nvSpPr>
        <p:spPr>
          <a:xfrm>
            <a:off x="2974376" y="234437"/>
            <a:ext cx="62432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DATASET CHALLENGES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58D986-E69F-CF14-2681-B16CB73A79F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693" y="1118113"/>
            <a:ext cx="1415298" cy="14152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3B5BB1-DF60-9967-0043-FB591050FA0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2257" y="895454"/>
            <a:ext cx="1655948" cy="16559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12C7CA-9AA6-BED7-438C-B089DC8A5943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805" y="650254"/>
            <a:ext cx="2093816" cy="20938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60353F3-06F1-A73D-27F3-0C2A6EE3D9A6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675" y="3623275"/>
            <a:ext cx="1415298" cy="14152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045C86A-C796-0C9A-6C80-7BFF3EAA4B43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6291" y="3403684"/>
            <a:ext cx="1734655" cy="173465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70EDF9F-CE14-4D3E-A639-C51EAB1661E8}"/>
              </a:ext>
            </a:extLst>
          </p:cNvPr>
          <p:cNvSpPr txBox="1"/>
          <p:nvPr/>
        </p:nvSpPr>
        <p:spPr>
          <a:xfrm>
            <a:off x="1185530" y="2424853"/>
            <a:ext cx="21576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Missing  Values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31420D-0FB6-94B5-613A-F5B0E64489AF}"/>
              </a:ext>
            </a:extLst>
          </p:cNvPr>
          <p:cNvSpPr txBox="1"/>
          <p:nvPr/>
        </p:nvSpPr>
        <p:spPr>
          <a:xfrm>
            <a:off x="5095029" y="2457461"/>
            <a:ext cx="2523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Duplicate Entries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8AC7C2-FBBF-8AC9-2A90-A7BE25F0F8EA}"/>
              </a:ext>
            </a:extLst>
          </p:cNvPr>
          <p:cNvSpPr txBox="1"/>
          <p:nvPr/>
        </p:nvSpPr>
        <p:spPr>
          <a:xfrm>
            <a:off x="8551272" y="2411761"/>
            <a:ext cx="28760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Inconsistent Formats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39F3EB-83D3-004F-D584-F945036F3A53}"/>
              </a:ext>
            </a:extLst>
          </p:cNvPr>
          <p:cNvSpPr txBox="1"/>
          <p:nvPr/>
        </p:nvSpPr>
        <p:spPr>
          <a:xfrm>
            <a:off x="768584" y="5003651"/>
            <a:ext cx="28194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Mixed Date Formats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72FAA2-6B73-6582-889C-AAE32997F5B0}"/>
              </a:ext>
            </a:extLst>
          </p:cNvPr>
          <p:cNvSpPr txBox="1"/>
          <p:nvPr/>
        </p:nvSpPr>
        <p:spPr>
          <a:xfrm>
            <a:off x="4559343" y="5038573"/>
            <a:ext cx="3476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Mixed Languages in Text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667139F-3670-60C8-7EE9-7114BE2073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4796" y="3609067"/>
            <a:ext cx="1303834" cy="1365286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9518CA4-810A-4513-8283-8F697EC0EBF5}"/>
              </a:ext>
            </a:extLst>
          </p:cNvPr>
          <p:cNvSpPr txBox="1"/>
          <p:nvPr/>
        </p:nvSpPr>
        <p:spPr>
          <a:xfrm>
            <a:off x="8523625" y="5066005"/>
            <a:ext cx="2965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Null Values &amp; Outliers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07DC48F-8992-2D3E-4A24-2AC12822D4CE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E0EE11-D341-8628-320B-235836837608}"/>
              </a:ext>
            </a:extLst>
          </p:cNvPr>
          <p:cNvSpPr txBox="1"/>
          <p:nvPr/>
        </p:nvSpPr>
        <p:spPr>
          <a:xfrm>
            <a:off x="1787987" y="2795860"/>
            <a:ext cx="9527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18,194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2F7816-7B8E-438A-40CB-958A180BB532}"/>
              </a:ext>
            </a:extLst>
          </p:cNvPr>
          <p:cNvSpPr txBox="1"/>
          <p:nvPr/>
        </p:nvSpPr>
        <p:spPr>
          <a:xfrm>
            <a:off x="5785527" y="2809105"/>
            <a:ext cx="13038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2 Records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76F5FC-E16D-4D29-C34F-F0EC3B6B9544}"/>
              </a:ext>
            </a:extLst>
          </p:cNvPr>
          <p:cNvSpPr txBox="1"/>
          <p:nvPr/>
        </p:nvSpPr>
        <p:spPr>
          <a:xfrm>
            <a:off x="8624735" y="2711776"/>
            <a:ext cx="26953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 </a:t>
            </a:r>
            <a:r>
              <a:rPr lang="en-US" sz="1600" dirty="0">
                <a:solidFill>
                  <a:srgbClr val="FFFF00"/>
                </a:solidFill>
                <a:latin typeface="Arial Rounded MT Bold" panose="020F0704030504030204" pitchFamily="34" charset="0"/>
                <a:ea typeface="Inter"/>
                <a:cs typeface="Inter"/>
                <a:sym typeface="Inter"/>
              </a:rPr>
              <a:t>Casing issues and mixed</a:t>
            </a:r>
          </a:p>
          <a:p>
            <a:pPr algn="ctr"/>
            <a:r>
              <a:rPr lang="en-US" sz="1600" dirty="0">
                <a:solidFill>
                  <a:srgbClr val="FFFF00"/>
                </a:solidFill>
                <a:latin typeface="Arial Rounded MT Bold" panose="020F0704030504030204" pitchFamily="34" charset="0"/>
                <a:ea typeface="Inter"/>
                <a:cs typeface="Inter"/>
                <a:sym typeface="Inter"/>
              </a:rPr>
              <a:t> numeric syntax styles</a:t>
            </a:r>
            <a:endParaRPr lang="en-IN" sz="1600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D9328F-1A6C-88B7-55E4-FA5D11BE561F}"/>
              </a:ext>
            </a:extLst>
          </p:cNvPr>
          <p:cNvSpPr txBox="1"/>
          <p:nvPr/>
        </p:nvSpPr>
        <p:spPr>
          <a:xfrm>
            <a:off x="496021" y="5311431"/>
            <a:ext cx="33645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 </a:t>
            </a:r>
            <a:r>
              <a:rPr lang="en-US" sz="1600" dirty="0">
                <a:solidFill>
                  <a:srgbClr val="FFFF00"/>
                </a:solidFill>
                <a:latin typeface="Arial Rounded MT Bold" panose="020F0704030504030204" pitchFamily="34" charset="0"/>
                <a:ea typeface="Inter"/>
                <a:cs typeface="Inter"/>
                <a:sym typeface="Inter"/>
              </a:rPr>
              <a:t>Varying date strings </a:t>
            </a:r>
          </a:p>
          <a:p>
            <a:pPr algn="ctr"/>
            <a:r>
              <a:rPr lang="en-US" sz="1600" dirty="0">
                <a:solidFill>
                  <a:srgbClr val="FFFF00"/>
                </a:solidFill>
                <a:latin typeface="Arial Rounded MT Bold" panose="020F0704030504030204" pitchFamily="34" charset="0"/>
                <a:ea typeface="Inter"/>
                <a:cs typeface="Inter"/>
                <a:sym typeface="Inter"/>
              </a:rPr>
              <a:t>(YYYY-MM-DD vs DD/MM/YYYY)</a:t>
            </a:r>
            <a:endParaRPr lang="en-US" sz="1600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CDE9A0-24E0-5141-C726-21FC2775C1D4}"/>
              </a:ext>
            </a:extLst>
          </p:cNvPr>
          <p:cNvSpPr txBox="1"/>
          <p:nvPr/>
        </p:nvSpPr>
        <p:spPr>
          <a:xfrm>
            <a:off x="4337182" y="5346403"/>
            <a:ext cx="38752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FF00"/>
                </a:solidFill>
                <a:latin typeface="Arial Rounded MT Bold" panose="020F0704030504030204" pitchFamily="34" charset="0"/>
                <a:ea typeface="Inter"/>
                <a:cs typeface="Inter"/>
                <a:sym typeface="Inter"/>
              </a:rPr>
              <a:t>Categorical columns featuring untranslated multilingual data</a:t>
            </a:r>
            <a:endParaRPr lang="en-US" sz="1600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AC5BD2-606A-BC1A-99FD-E8E89D7E7464}"/>
              </a:ext>
            </a:extLst>
          </p:cNvPr>
          <p:cNvSpPr txBox="1"/>
          <p:nvPr/>
        </p:nvSpPr>
        <p:spPr>
          <a:xfrm>
            <a:off x="8523625" y="5355204"/>
            <a:ext cx="29834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600" dirty="0">
                <a:solidFill>
                  <a:srgbClr val="FFFF00"/>
                </a:solidFill>
                <a:latin typeface="Arial Rounded MT Bold" panose="020F0704030504030204" pitchFamily="34" charset="0"/>
                <a:ea typeface="Inter"/>
                <a:cs typeface="Inter"/>
                <a:sym typeface="Inter"/>
              </a:rPr>
              <a:t>Incomplete records skewing </a:t>
            </a:r>
          </a:p>
          <a:p>
            <a:pPr lvl="0" algn="ctr"/>
            <a:r>
              <a:rPr lang="en-US" sz="1600" dirty="0">
                <a:solidFill>
                  <a:srgbClr val="FFFF00"/>
                </a:solidFill>
                <a:latin typeface="Arial Rounded MT Bold" panose="020F0704030504030204" pitchFamily="34" charset="0"/>
                <a:ea typeface="Inter"/>
                <a:cs typeface="Inter"/>
                <a:sym typeface="Inter"/>
              </a:rPr>
              <a:t>general statistical metrics</a:t>
            </a:r>
            <a:endParaRPr lang="en-US" sz="1600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4201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DF0D2-41A7-D8AD-D6D0-DA6935E68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30A764-5B51-586A-EC87-B3579CC871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789"/>
            <a:ext cx="12192000" cy="686378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58EB10FD-D228-C92F-BDA9-31FC03F097ED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D31F93-3879-7142-A963-1A5315BEACD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1632" y="1329464"/>
            <a:ext cx="754813" cy="754813"/>
          </a:xfrm>
          <a:prstGeom prst="rect">
            <a:avLst/>
          </a:prstGeom>
          <a:noFill/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1BD99CA-B7B7-D9F3-226E-6546804D486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9744" y="2633922"/>
            <a:ext cx="1513776" cy="776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EF7D634-CB69-95DA-3E84-86E220A182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677" y="4052681"/>
            <a:ext cx="860475" cy="86047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C8A1473-35EE-933C-1284-360796995491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4400" y="4133318"/>
            <a:ext cx="794318" cy="794318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5628C6E-52E0-D0B5-F153-0C43C2CA3094}"/>
              </a:ext>
            </a:extLst>
          </p:cNvPr>
          <p:cNvSpPr txBox="1"/>
          <p:nvPr/>
        </p:nvSpPr>
        <p:spPr>
          <a:xfrm>
            <a:off x="2567213" y="349624"/>
            <a:ext cx="70575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DATA CLEANING PROCESS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66176460-DE7D-0C30-CF8C-4C75AF91ACBF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4902" y="2508810"/>
            <a:ext cx="860475" cy="860475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3E22DA8C-437C-7FC0-D99B-B29A29A66743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37" y="1276003"/>
            <a:ext cx="860475" cy="86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5CE36BF7-A2A3-B62B-0A74-86A597BF260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6494" y="5577232"/>
            <a:ext cx="879327" cy="879327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48BA487F-11CF-48A6-C355-C95FEA648469}"/>
              </a:ext>
            </a:extLst>
          </p:cNvPr>
          <p:cNvSpPr txBox="1"/>
          <p:nvPr/>
        </p:nvSpPr>
        <p:spPr>
          <a:xfrm>
            <a:off x="7484430" y="1329464"/>
            <a:ext cx="35864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2.Handling Missing Values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DC24B00-DA66-9FFF-8875-A373EF4BA1E2}"/>
              </a:ext>
            </a:extLst>
          </p:cNvPr>
          <p:cNvSpPr txBox="1"/>
          <p:nvPr/>
        </p:nvSpPr>
        <p:spPr>
          <a:xfrm>
            <a:off x="1843034" y="1411243"/>
            <a:ext cx="2929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1.Raw Data Collection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C15409A-E9A2-15E2-0C4A-9648A98A9686}"/>
              </a:ext>
            </a:extLst>
          </p:cNvPr>
          <p:cNvSpPr txBox="1"/>
          <p:nvPr/>
        </p:nvSpPr>
        <p:spPr>
          <a:xfrm>
            <a:off x="1429001" y="2777108"/>
            <a:ext cx="40332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3.Formatting &amp; Standardization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B8F8C86-3644-ECBB-3F90-F97861CE2412}"/>
              </a:ext>
            </a:extLst>
          </p:cNvPr>
          <p:cNvSpPr txBox="1"/>
          <p:nvPr/>
        </p:nvSpPr>
        <p:spPr>
          <a:xfrm>
            <a:off x="7837390" y="2653027"/>
            <a:ext cx="39555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4.Date Format Standardization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F432B8F-8573-4DAB-7F78-D4792BCEF979}"/>
              </a:ext>
            </a:extLst>
          </p:cNvPr>
          <p:cNvSpPr txBox="1"/>
          <p:nvPr/>
        </p:nvSpPr>
        <p:spPr>
          <a:xfrm>
            <a:off x="1613436" y="4148961"/>
            <a:ext cx="37722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5.Language &amp; Text Cleaning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39A27F3-B1CA-2B11-5AAC-A648383F937F}"/>
              </a:ext>
            </a:extLst>
          </p:cNvPr>
          <p:cNvSpPr txBox="1"/>
          <p:nvPr/>
        </p:nvSpPr>
        <p:spPr>
          <a:xfrm>
            <a:off x="7939175" y="4141645"/>
            <a:ext cx="3148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6.Consistency Check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C548EAC-F9BE-568B-241D-96B6BAC3CA1B}"/>
              </a:ext>
            </a:extLst>
          </p:cNvPr>
          <p:cNvSpPr txBox="1"/>
          <p:nvPr/>
        </p:nvSpPr>
        <p:spPr>
          <a:xfrm>
            <a:off x="5462294" y="5649014"/>
            <a:ext cx="27163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7.Clean Dataset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82D2469-7428-1948-71A0-441F8527F9F8}"/>
              </a:ext>
            </a:extLst>
          </p:cNvPr>
          <p:cNvSpPr txBox="1"/>
          <p:nvPr/>
        </p:nvSpPr>
        <p:spPr>
          <a:xfrm>
            <a:off x="7856773" y="1602790"/>
            <a:ext cx="40087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Identified and treated missing data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D2ADFC5-5BED-52DF-E374-77CA73EAFC35}"/>
              </a:ext>
            </a:extLst>
          </p:cNvPr>
          <p:cNvSpPr txBox="1"/>
          <p:nvPr/>
        </p:nvSpPr>
        <p:spPr>
          <a:xfrm>
            <a:off x="1722699" y="3106652"/>
            <a:ext cx="42524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Standardized text, numbers &amp; categories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5A0899D-A83C-FD36-4C08-7536111F81F6}"/>
              </a:ext>
            </a:extLst>
          </p:cNvPr>
          <p:cNvSpPr txBox="1"/>
          <p:nvPr/>
        </p:nvSpPr>
        <p:spPr>
          <a:xfrm>
            <a:off x="8164481" y="2968010"/>
            <a:ext cx="36480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Converted all dates to a consistent </a:t>
            </a:r>
          </a:p>
          <a:p>
            <a:r>
              <a:rPr lang="en-IN" sz="16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format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EBB463C-DFC8-A7B4-0909-7F21233627EA}"/>
              </a:ext>
            </a:extLst>
          </p:cNvPr>
          <p:cNvSpPr txBox="1"/>
          <p:nvPr/>
        </p:nvSpPr>
        <p:spPr>
          <a:xfrm>
            <a:off x="1903020" y="4473464"/>
            <a:ext cx="42524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Translated &amp;  </a:t>
            </a:r>
            <a:r>
              <a:rPr lang="en-IN" sz="16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entered 120 datas manually </a:t>
            </a:r>
          </a:p>
          <a:p>
            <a:r>
              <a:rPr lang="en-IN" sz="16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in mixed language text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7D061D8-ED4D-BAA0-9BA9-5F05DD00A8E4}"/>
              </a:ext>
            </a:extLst>
          </p:cNvPr>
          <p:cNvSpPr txBox="1"/>
          <p:nvPr/>
        </p:nvSpPr>
        <p:spPr>
          <a:xfrm>
            <a:off x="8304577" y="4423348"/>
            <a:ext cx="3488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Validated data for consistency &amp; accuracy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1C94EA3-302C-039F-C767-66D3BAECDAA4}"/>
              </a:ext>
            </a:extLst>
          </p:cNvPr>
          <p:cNvSpPr txBox="1"/>
          <p:nvPr/>
        </p:nvSpPr>
        <p:spPr>
          <a:xfrm>
            <a:off x="6096384" y="5977075"/>
            <a:ext cx="44440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High quality data ready for analysis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E10FFD2B-CC00-BEE4-DE05-ECC4D2F1BD3E}"/>
              </a:ext>
            </a:extLst>
          </p:cNvPr>
          <p:cNvCxnSpPr>
            <a:cxnSpLocks/>
          </p:cNvCxnSpPr>
          <p:nvPr/>
        </p:nvCxnSpPr>
        <p:spPr>
          <a:xfrm>
            <a:off x="1347933" y="1611298"/>
            <a:ext cx="478025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07B6DA70-285F-1886-8AF5-C3D3ED5F6056}"/>
              </a:ext>
            </a:extLst>
          </p:cNvPr>
          <p:cNvCxnSpPr/>
          <p:nvPr/>
        </p:nvCxnSpPr>
        <p:spPr>
          <a:xfrm>
            <a:off x="6997442" y="1537001"/>
            <a:ext cx="478025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324A790D-314A-0697-228B-7C854D372D04}"/>
              </a:ext>
            </a:extLst>
          </p:cNvPr>
          <p:cNvCxnSpPr/>
          <p:nvPr/>
        </p:nvCxnSpPr>
        <p:spPr>
          <a:xfrm>
            <a:off x="973388" y="2982865"/>
            <a:ext cx="478025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675A36AB-CF2F-04FF-0081-971C9F64D26E}"/>
              </a:ext>
            </a:extLst>
          </p:cNvPr>
          <p:cNvCxnSpPr/>
          <p:nvPr/>
        </p:nvCxnSpPr>
        <p:spPr>
          <a:xfrm>
            <a:off x="7372633" y="2865110"/>
            <a:ext cx="478025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85F409F3-CC49-E246-624F-807BD2F11A00}"/>
              </a:ext>
            </a:extLst>
          </p:cNvPr>
          <p:cNvCxnSpPr/>
          <p:nvPr/>
        </p:nvCxnSpPr>
        <p:spPr>
          <a:xfrm>
            <a:off x="1104035" y="4361508"/>
            <a:ext cx="478025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E3471FD0-8572-DEDE-A551-1B034FDA0ECA}"/>
              </a:ext>
            </a:extLst>
          </p:cNvPr>
          <p:cNvCxnSpPr/>
          <p:nvPr/>
        </p:nvCxnSpPr>
        <p:spPr>
          <a:xfrm>
            <a:off x="7451825" y="4343031"/>
            <a:ext cx="478025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0AECEF4-2BAA-577D-2DE7-1EE4C35C2753}"/>
              </a:ext>
            </a:extLst>
          </p:cNvPr>
          <p:cNvCxnSpPr/>
          <p:nvPr/>
        </p:nvCxnSpPr>
        <p:spPr>
          <a:xfrm>
            <a:off x="4907709" y="5852418"/>
            <a:ext cx="478025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73C65A4-0FA4-0CA4-A879-50CE9CB8B201}"/>
              </a:ext>
            </a:extLst>
          </p:cNvPr>
          <p:cNvSpPr txBox="1"/>
          <p:nvPr/>
        </p:nvSpPr>
        <p:spPr>
          <a:xfrm>
            <a:off x="2186176" y="1706241"/>
            <a:ext cx="3789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Gathered unprocessed information</a:t>
            </a:r>
          </a:p>
        </p:txBody>
      </p:sp>
    </p:spTree>
    <p:extLst>
      <p:ext uri="{BB962C8B-B14F-4D97-AF65-F5344CB8AC3E}">
        <p14:creationId xmlns:p14="http://schemas.microsoft.com/office/powerpoint/2010/main" val="2086316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A53369-726B-9624-82A0-9F29F6CF22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E4ABC4C6-7B82-57FD-24FD-10F2A948CF7A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A4FFD940-3F42-B523-F3E0-9896D793573D}"/>
              </a:ext>
            </a:extLst>
          </p:cNvPr>
          <p:cNvSpPr/>
          <p:nvPr/>
        </p:nvSpPr>
        <p:spPr>
          <a:xfrm>
            <a:off x="1304360" y="1011891"/>
            <a:ext cx="5244352" cy="1526242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7A4C5A8F-8130-1D33-1A63-434479B2E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479" y="1011891"/>
            <a:ext cx="2289363" cy="1526242"/>
          </a:xfrm>
          <a:prstGeom prst="rect">
            <a:avLst/>
          </a:prstGeom>
        </p:spPr>
      </p:pic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A35E1E8D-DFCC-0CBE-D045-84C2F6645208}"/>
              </a:ext>
            </a:extLst>
          </p:cNvPr>
          <p:cNvSpPr/>
          <p:nvPr/>
        </p:nvSpPr>
        <p:spPr>
          <a:xfrm>
            <a:off x="1304359" y="2857488"/>
            <a:ext cx="5244353" cy="1526242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AB9C9249-E602-6500-6956-FC741EAA0F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514" y="3039035"/>
            <a:ext cx="1282712" cy="1212836"/>
          </a:xfrm>
          <a:prstGeom prst="rect">
            <a:avLst/>
          </a:prstGeom>
        </p:spPr>
      </p:pic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8278BA66-D2F9-7DC4-9B07-984775FB7E46}"/>
              </a:ext>
            </a:extLst>
          </p:cNvPr>
          <p:cNvSpPr/>
          <p:nvPr/>
        </p:nvSpPr>
        <p:spPr>
          <a:xfrm>
            <a:off x="1290912" y="4683936"/>
            <a:ext cx="5244353" cy="152624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E882CCA1-8D3C-F389-1056-D5D8E7AAE3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8666" y="4878717"/>
            <a:ext cx="1103582" cy="1103582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6518F3B6-E6E7-E69B-868F-80AAD89D7C45}"/>
              </a:ext>
            </a:extLst>
          </p:cNvPr>
          <p:cNvSpPr txBox="1"/>
          <p:nvPr/>
        </p:nvSpPr>
        <p:spPr>
          <a:xfrm>
            <a:off x="2916084" y="1011891"/>
            <a:ext cx="10227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EXCEL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E4F8D08-2AEF-A8E3-7E69-5EFBCDD96740}"/>
              </a:ext>
            </a:extLst>
          </p:cNvPr>
          <p:cNvSpPr txBox="1"/>
          <p:nvPr/>
        </p:nvSpPr>
        <p:spPr>
          <a:xfrm>
            <a:off x="2916084" y="2857488"/>
            <a:ext cx="21289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POWER QUERY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2C5E0AD-9195-168D-BA7B-350A60703998}"/>
              </a:ext>
            </a:extLst>
          </p:cNvPr>
          <p:cNvSpPr txBox="1"/>
          <p:nvPr/>
        </p:nvSpPr>
        <p:spPr>
          <a:xfrm>
            <a:off x="2906803" y="4680811"/>
            <a:ext cx="14878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POWER BI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9C60850-3C27-A471-F390-075A1325BD89}"/>
              </a:ext>
            </a:extLst>
          </p:cNvPr>
          <p:cNvSpPr txBox="1"/>
          <p:nvPr/>
        </p:nvSpPr>
        <p:spPr>
          <a:xfrm>
            <a:off x="2929245" y="1417705"/>
            <a:ext cx="24226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Cleaning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Formatting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Validation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ABFA8C9-E54C-C9E5-03CF-C7D88B767033}"/>
              </a:ext>
            </a:extLst>
          </p:cNvPr>
          <p:cNvSpPr txBox="1"/>
          <p:nvPr/>
        </p:nvSpPr>
        <p:spPr>
          <a:xfrm>
            <a:off x="2929245" y="3236208"/>
            <a:ext cx="30947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Transformation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Merging Queries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Shaping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5FEF873-F655-590B-6CB9-75C2D497AB12}"/>
              </a:ext>
            </a:extLst>
          </p:cNvPr>
          <p:cNvSpPr txBox="1"/>
          <p:nvPr/>
        </p:nvSpPr>
        <p:spPr>
          <a:xfrm>
            <a:off x="2915797" y="5075763"/>
            <a:ext cx="34749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Dashboard Creation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Insights &amp; Visualization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9E101BB-2F09-BA8E-39CD-2978F80CBA4E}"/>
              </a:ext>
            </a:extLst>
          </p:cNvPr>
          <p:cNvSpPr txBox="1"/>
          <p:nvPr/>
        </p:nvSpPr>
        <p:spPr>
          <a:xfrm>
            <a:off x="3091719" y="248106"/>
            <a:ext cx="66859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TOOLS &amp; METHODOLOGY</a:t>
            </a:r>
          </a:p>
        </p:txBody>
      </p:sp>
      <p:pic>
        <p:nvPicPr>
          <p:cNvPr id="107" name="Picture 106">
            <a:extLst>
              <a:ext uri="{FF2B5EF4-FFF2-40B4-BE49-F238E27FC236}">
                <a16:creationId xmlns:a16="http://schemas.microsoft.com/office/drawing/2014/main" id="{A3DEA030-A632-79CA-F561-9905E0DDCD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0588" y="1024512"/>
            <a:ext cx="6175247" cy="617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592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8A6FDC-2C39-B011-F7D1-5508FDAF28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070D472-3AE5-76DD-6AB7-2B94F01D416F}"/>
              </a:ext>
            </a:extLst>
          </p:cNvPr>
          <p:cNvSpPr txBox="1"/>
          <p:nvPr/>
        </p:nvSpPr>
        <p:spPr>
          <a:xfrm>
            <a:off x="3008730" y="119675"/>
            <a:ext cx="64305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DASHBOARD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03ED02-43C9-BEEA-4985-D9405974E161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F46AD5-08C4-CAFF-7FE7-9EE6A0B6DA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53" y="732865"/>
            <a:ext cx="10071049" cy="563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85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D1D15-8CEC-1827-6823-6A3D929A0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7D806D-E572-92DA-6D3B-F3079DCAF6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53DF1E0D-1117-00C3-9B96-A66F24F76013}"/>
              </a:ext>
            </a:extLst>
          </p:cNvPr>
          <p:cNvSpPr txBox="1"/>
          <p:nvPr/>
        </p:nvSpPr>
        <p:spPr>
          <a:xfrm>
            <a:off x="2597250" y="57531"/>
            <a:ext cx="71993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COMPARISON WITH ARTIST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986DBE-1879-6900-9F24-23A72BB9FF5B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E320AB-35BB-C06E-AFA1-1085048A1B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944" y="692734"/>
            <a:ext cx="10040112" cy="5611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723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14F2D-221E-A446-F278-EBB508A01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EF2A35-B9D2-1D82-4925-2B4B2E7718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6131CD56-7723-CCD4-B4A2-B2EDBC24BEFC}"/>
              </a:ext>
            </a:extLst>
          </p:cNvPr>
          <p:cNvSpPr txBox="1"/>
          <p:nvPr/>
        </p:nvSpPr>
        <p:spPr>
          <a:xfrm>
            <a:off x="2770986" y="119675"/>
            <a:ext cx="72328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COMPARISON WITH SONGS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880259-B8A3-67DD-0733-D8120EBDE025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BD1F36-9E30-60A7-71AF-EB63377AE5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309" y="827561"/>
            <a:ext cx="9781304" cy="5476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986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A6BC1-B15C-FA0A-83FA-D0DD49636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EDAD36-C365-0BEE-C262-676E8AA037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7B18E80-2B7F-9988-8584-64029F81939D}"/>
              </a:ext>
            </a:extLst>
          </p:cNvPr>
          <p:cNvSpPr txBox="1"/>
          <p:nvPr/>
        </p:nvSpPr>
        <p:spPr>
          <a:xfrm>
            <a:off x="2140050" y="59838"/>
            <a:ext cx="81460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COMPARISON WITH PLATFORM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B16B5B-539B-AA4F-39FD-19CB453DF920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B3FB2A-0A5B-7E36-FB44-ED720380B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486" y="827562"/>
            <a:ext cx="9785211" cy="547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430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2AC32-531A-C20B-EAAC-57F79B4DC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26909C-FE4A-0542-D7CD-A68D53C441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9A82236-2965-EE1B-9EC5-85AF55AD7B62}"/>
              </a:ext>
            </a:extLst>
          </p:cNvPr>
          <p:cNvSpPr txBox="1"/>
          <p:nvPr/>
        </p:nvSpPr>
        <p:spPr>
          <a:xfrm>
            <a:off x="2588106" y="68060"/>
            <a:ext cx="74877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COMPARISON WITH TRENDS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7FE77E-C414-5A8B-B541-0C6B8DA9C257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4C046C-D068-A007-A659-D1FF9F0944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159" y="781529"/>
            <a:ext cx="9838537" cy="553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457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92CAB-9972-198E-BEB3-78E77098B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file"/>
            <a:extLst>
              <a:ext uri="{FF2B5EF4-FFF2-40B4-BE49-F238E27FC236}">
                <a16:creationId xmlns:a16="http://schemas.microsoft.com/office/drawing/2014/main" id="{5662F482-FB9D-FF4F-A584-AE79826027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49592EB2-4079-B173-6916-4B2989CF87E3}"/>
              </a:ext>
            </a:extLst>
          </p:cNvPr>
          <p:cNvSpPr txBox="1"/>
          <p:nvPr/>
        </p:nvSpPr>
        <p:spPr>
          <a:xfrm>
            <a:off x="1700918" y="35028"/>
            <a:ext cx="87901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RELATIONSHIP WITH PLATFORMS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8C0334-6F8B-E238-0B83-82A180D7E2E3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5038D6-34A1-3D87-C6C2-FD61F031E9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729" y="742914"/>
            <a:ext cx="9990277" cy="560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225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7F62E-64DC-2281-F589-2C396B45B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22355D-23AD-24C3-7DD2-9C4F8B6AC0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D1280411-FF28-3D2E-5157-E0BB8187AAC4}"/>
              </a:ext>
            </a:extLst>
          </p:cNvPr>
          <p:cNvSpPr txBox="1"/>
          <p:nvPr/>
        </p:nvSpPr>
        <p:spPr>
          <a:xfrm>
            <a:off x="1797209" y="202096"/>
            <a:ext cx="86798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CROSS-PLATFORM COMPARISON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BEBDFF-849A-E9C3-6A5F-66F8C905EFE8}"/>
              </a:ext>
            </a:extLst>
          </p:cNvPr>
          <p:cNvSpPr txBox="1"/>
          <p:nvPr/>
        </p:nvSpPr>
        <p:spPr>
          <a:xfrm>
            <a:off x="2627645" y="1112077"/>
            <a:ext cx="70190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(TOTAL STREAMS / VIEW)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8C8480-FE6C-8E2A-BBD3-5FAA668B1D7F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6786EE-FEF7-CB58-5424-EC380CE3A0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871" y="909982"/>
            <a:ext cx="10008258" cy="5285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380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7DB5E-905C-0CD9-2AB5-B61909850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B8F8AE-6815-AB29-BF6C-568EDAF826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84973AB1-9A9B-1F7E-CAC7-9247DE097838}"/>
              </a:ext>
            </a:extLst>
          </p:cNvPr>
          <p:cNvSpPr txBox="1"/>
          <p:nvPr/>
        </p:nvSpPr>
        <p:spPr>
          <a:xfrm>
            <a:off x="1617827" y="317105"/>
            <a:ext cx="86695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ARTIST &amp; TRACK PERFORMANCE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CD9CF8-9CAC-1739-1889-457409EDA264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7E7AEF-03D2-34C5-D53A-3E7FC2062C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573" y="1159470"/>
            <a:ext cx="5108229" cy="50585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C8D1EB-A0BA-2F96-6FC6-6C8B70BA74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4199" y="1159471"/>
            <a:ext cx="4952922" cy="5058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367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8DC83-7DD7-FD45-26BA-AF5767BE1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C63E3F-9387-B2C1-2962-AECBCC4B34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8F56C910-0994-EF40-52E7-4384B52240CB}"/>
              </a:ext>
            </a:extLst>
          </p:cNvPr>
          <p:cNvSpPr txBox="1"/>
          <p:nvPr/>
        </p:nvSpPr>
        <p:spPr>
          <a:xfrm>
            <a:off x="742964" y="244534"/>
            <a:ext cx="107060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TRENDING ANALYSIS(BY RELEASE YEAR)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2D5CE5-7B77-AD56-D583-0B51B66DD73C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9B00B8-3DB3-13EF-07E5-582302D2DE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085" y="899934"/>
            <a:ext cx="9921800" cy="543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998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7092D1-75DC-1FC2-913D-6BFB7A5E99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Djo - End Of Beginning (Official Audio) - YouTube">
            <a:extLst>
              <a:ext uri="{FF2B5EF4-FFF2-40B4-BE49-F238E27FC236}">
                <a16:creationId xmlns:a16="http://schemas.microsoft.com/office/drawing/2014/main" id="{83317ED5-08CD-F6A0-38E8-4A16C3452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231" y="1824732"/>
            <a:ext cx="3840160" cy="3336836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4EA849F-2116-742C-566F-C6E5B9F891B3}"/>
              </a:ext>
            </a:extLst>
          </p:cNvPr>
          <p:cNvSpPr/>
          <p:nvPr/>
        </p:nvSpPr>
        <p:spPr>
          <a:xfrm>
            <a:off x="1442749" y="5662031"/>
            <a:ext cx="3869970" cy="727001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8EDC68-DB72-AE9B-DC93-3BBED9C7840B}"/>
              </a:ext>
            </a:extLst>
          </p:cNvPr>
          <p:cNvSpPr txBox="1"/>
          <p:nvPr/>
        </p:nvSpPr>
        <p:spPr>
          <a:xfrm>
            <a:off x="2089430" y="5837018"/>
            <a:ext cx="2629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 Rounded MT Bold" panose="020F0704030504030204" pitchFamily="34" charset="0"/>
              </a:rPr>
              <a:t>Joe Keery </a:t>
            </a:r>
            <a:r>
              <a:rPr lang="en-US" dirty="0"/>
              <a:t>- </a:t>
            </a:r>
            <a:r>
              <a:rPr lang="en-IN" sz="16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“Djo” 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89B5126-0481-D8C6-1F46-4DB32198316F}"/>
              </a:ext>
            </a:extLst>
          </p:cNvPr>
          <p:cNvSpPr/>
          <p:nvPr/>
        </p:nvSpPr>
        <p:spPr>
          <a:xfrm>
            <a:off x="6979356" y="5662030"/>
            <a:ext cx="3869970" cy="727002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09BA6C-D09D-5BA5-C187-3630177D618B}"/>
              </a:ext>
            </a:extLst>
          </p:cNvPr>
          <p:cNvSpPr txBox="1"/>
          <p:nvPr/>
        </p:nvSpPr>
        <p:spPr>
          <a:xfrm>
            <a:off x="7352571" y="5855305"/>
            <a:ext cx="3213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 Rounded MT Bold" panose="020F0704030504030204" pitchFamily="34" charset="0"/>
              </a:rPr>
              <a:t>Layia Watkins </a:t>
            </a:r>
            <a:r>
              <a:rPr lang="en-US" b="1" dirty="0"/>
              <a:t>-</a:t>
            </a:r>
            <a:r>
              <a:rPr lang="en-IN" sz="16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“Lay </a:t>
            </a:r>
            <a:r>
              <a:rPr lang="en-IN" sz="1600" dirty="0" err="1">
                <a:solidFill>
                  <a:srgbClr val="FFFF00"/>
                </a:solidFill>
                <a:latin typeface="Arial Rounded MT Bold" panose="020F0704030504030204" pitchFamily="34" charset="0"/>
              </a:rPr>
              <a:t>Bankz</a:t>
            </a:r>
            <a:r>
              <a:rPr lang="en-IN" sz="16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5545FC-9258-673D-FE9E-CBA90CC69A1A}"/>
              </a:ext>
            </a:extLst>
          </p:cNvPr>
          <p:cNvSpPr txBox="1"/>
          <p:nvPr/>
        </p:nvSpPr>
        <p:spPr>
          <a:xfrm>
            <a:off x="3352460" y="284824"/>
            <a:ext cx="54870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BUSINESS INSIGHTS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C37915-F60D-4D00-72F7-5902B91BC5E5}"/>
              </a:ext>
            </a:extLst>
          </p:cNvPr>
          <p:cNvSpPr txBox="1"/>
          <p:nvPr/>
        </p:nvSpPr>
        <p:spPr>
          <a:xfrm>
            <a:off x="4787581" y="942449"/>
            <a:ext cx="2191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1.Popular Artist 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8684CD9-3A7F-16EE-E481-6256C78C93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8264" y="1833877"/>
            <a:ext cx="3772154" cy="333683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A77750B-95CC-7D0D-206F-3C5A0086099B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</p:spTree>
    <p:extLst>
      <p:ext uri="{BB962C8B-B14F-4D97-AF65-F5344CB8AC3E}">
        <p14:creationId xmlns:p14="http://schemas.microsoft.com/office/powerpoint/2010/main" val="1843191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1DB6FC0-05A9-3454-D2D3-8146B7CB2ECC}"/>
              </a:ext>
            </a:extLst>
          </p:cNvPr>
          <p:cNvSpPr txBox="1"/>
          <p:nvPr/>
        </p:nvSpPr>
        <p:spPr>
          <a:xfrm>
            <a:off x="4787581" y="942449"/>
            <a:ext cx="2191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1.Popular Artist </a:t>
            </a:r>
          </a:p>
        </p:txBody>
      </p:sp>
      <p:pic>
        <p:nvPicPr>
          <p:cNvPr id="9" name="Picture 8" descr="Shaboozey - A Bar Song (Tipsy) (Lyrics)">
            <a:extLst>
              <a:ext uri="{FF2B5EF4-FFF2-40B4-BE49-F238E27FC236}">
                <a16:creationId xmlns:a16="http://schemas.microsoft.com/office/drawing/2014/main" id="{83BD84CD-8BBE-0C2D-610A-8EE625C7F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48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6593540-5183-756F-2762-417E9949DA08}"/>
              </a:ext>
            </a:extLst>
          </p:cNvPr>
          <p:cNvSpPr txBox="1"/>
          <p:nvPr/>
        </p:nvSpPr>
        <p:spPr>
          <a:xfrm>
            <a:off x="3514004" y="234563"/>
            <a:ext cx="54870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BUSINESS INSIGHTS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7549AC-615D-4C65-DA4D-844DAFCA730F}"/>
              </a:ext>
            </a:extLst>
          </p:cNvPr>
          <p:cNvSpPr txBox="1"/>
          <p:nvPr/>
        </p:nvSpPr>
        <p:spPr>
          <a:xfrm>
            <a:off x="4949125" y="892188"/>
            <a:ext cx="2191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2.Top Track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AEED31-DA75-50C1-2784-15C181E6A21A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</p:spTree>
    <p:extLst>
      <p:ext uri="{BB962C8B-B14F-4D97-AF65-F5344CB8AC3E}">
        <p14:creationId xmlns:p14="http://schemas.microsoft.com/office/powerpoint/2010/main" val="3894482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7D18C-C37E-E11B-B7E9-690139DCA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492BF7-93BE-A398-6A87-4BA5167933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8F9AE59-ABE3-9D4B-B438-36129638C088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  <p:pic>
        <p:nvPicPr>
          <p:cNvPr id="4" name="Picture 3" descr="Billie Eilish Hit Me Hard And Soft Wallpapers - Wallpaper Cave">
            <a:extLst>
              <a:ext uri="{FF2B5EF4-FFF2-40B4-BE49-F238E27FC236}">
                <a16:creationId xmlns:a16="http://schemas.microsoft.com/office/drawing/2014/main" id="{4975E06F-8EC9-4CFA-B1D1-685790578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808" y="1509286"/>
            <a:ext cx="8028432" cy="45159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57AD1D-914A-7D19-0432-3B4DCE3AA181}"/>
              </a:ext>
            </a:extLst>
          </p:cNvPr>
          <p:cNvSpPr txBox="1"/>
          <p:nvPr/>
        </p:nvSpPr>
        <p:spPr>
          <a:xfrm>
            <a:off x="3267116" y="124835"/>
            <a:ext cx="54870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BUSINESS INSIGHTS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2ABF49-3A1C-7520-4FAF-0377A10EA2F1}"/>
              </a:ext>
            </a:extLst>
          </p:cNvPr>
          <p:cNvSpPr txBox="1"/>
          <p:nvPr/>
        </p:nvSpPr>
        <p:spPr>
          <a:xfrm>
            <a:off x="4914768" y="832721"/>
            <a:ext cx="2191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3.Album Song</a:t>
            </a:r>
          </a:p>
        </p:txBody>
      </p:sp>
    </p:spTree>
    <p:extLst>
      <p:ext uri="{BB962C8B-B14F-4D97-AF65-F5344CB8AC3E}">
        <p14:creationId xmlns:p14="http://schemas.microsoft.com/office/powerpoint/2010/main" val="666996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w TikTok is rewriting the soundtrack of music discovery | Mashable">
            <a:extLst>
              <a:ext uri="{FF2B5EF4-FFF2-40B4-BE49-F238E27FC236}">
                <a16:creationId xmlns:a16="http://schemas.microsoft.com/office/drawing/2014/main" id="{31605F46-2BD5-2A1A-706E-C63D2C49A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E07E9C-3536-A16D-E08C-41524078B746}"/>
              </a:ext>
            </a:extLst>
          </p:cNvPr>
          <p:cNvSpPr txBox="1"/>
          <p:nvPr/>
        </p:nvSpPr>
        <p:spPr>
          <a:xfrm>
            <a:off x="3267116" y="124835"/>
            <a:ext cx="54870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BUSINESS INSIGHTS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31284A-9CBB-A2CC-8822-505BA7E09C2A}"/>
              </a:ext>
            </a:extLst>
          </p:cNvPr>
          <p:cNvSpPr txBox="1"/>
          <p:nvPr/>
        </p:nvSpPr>
        <p:spPr>
          <a:xfrm>
            <a:off x="4042203" y="832721"/>
            <a:ext cx="39369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4. TIK TOK -Strongest Impact</a:t>
            </a:r>
          </a:p>
          <a:p>
            <a:pPr algn="ctr"/>
            <a:endParaRPr lang="en-IN" sz="20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B21541-B2F9-4826-7ADD-75DC65305A3E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</p:spTree>
    <p:extLst>
      <p:ext uri="{BB962C8B-B14F-4D97-AF65-F5344CB8AC3E}">
        <p14:creationId xmlns:p14="http://schemas.microsoft.com/office/powerpoint/2010/main" val="2505871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potify Unwrapped: How the streaming app reveals your year in music">
            <a:extLst>
              <a:ext uri="{FF2B5EF4-FFF2-40B4-BE49-F238E27FC236}">
                <a16:creationId xmlns:a16="http://schemas.microsoft.com/office/drawing/2014/main" id="{E131EADA-ED02-834E-F62C-7682AF2F8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8096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6F711CA-6AEC-0221-53D8-9A32B466DA36}"/>
              </a:ext>
            </a:extLst>
          </p:cNvPr>
          <p:cNvSpPr txBox="1"/>
          <p:nvPr/>
        </p:nvSpPr>
        <p:spPr>
          <a:xfrm>
            <a:off x="3267116" y="124835"/>
            <a:ext cx="54870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BUSINESS INSIGHTS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101898-2196-F1B3-A5E9-00EFEE9F9EC1}"/>
              </a:ext>
            </a:extLst>
          </p:cNvPr>
          <p:cNvSpPr txBox="1"/>
          <p:nvPr/>
        </p:nvSpPr>
        <p:spPr>
          <a:xfrm>
            <a:off x="3842281" y="832721"/>
            <a:ext cx="45074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5. SPOTIFY – Maximum streaming</a:t>
            </a:r>
          </a:p>
          <a:p>
            <a:pPr algn="ctr"/>
            <a:endParaRPr lang="en-IN" sz="20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4E8E93-D36B-1D9B-771E-EC71FA074C6D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</p:spTree>
    <p:extLst>
      <p:ext uri="{BB962C8B-B14F-4D97-AF65-F5344CB8AC3E}">
        <p14:creationId xmlns:p14="http://schemas.microsoft.com/office/powerpoint/2010/main" val="1676547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YouTube|logo">
            <a:extLst>
              <a:ext uri="{FF2B5EF4-FFF2-40B4-BE49-F238E27FC236}">
                <a16:creationId xmlns:a16="http://schemas.microsoft.com/office/drawing/2014/main" id="{4AD90E05-D1D1-FAA3-50B0-6405DC0DD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61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E3A51CF-4FCE-F9FB-2C19-EFBF5C65F299}"/>
              </a:ext>
            </a:extLst>
          </p:cNvPr>
          <p:cNvSpPr txBox="1"/>
          <p:nvPr/>
        </p:nvSpPr>
        <p:spPr>
          <a:xfrm>
            <a:off x="3267116" y="124835"/>
            <a:ext cx="54870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BUSINESS INSIGHTS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DD42BC-3D74-01A7-63FB-7A31D19BAA75}"/>
              </a:ext>
            </a:extLst>
          </p:cNvPr>
          <p:cNvSpPr txBox="1"/>
          <p:nvPr/>
        </p:nvSpPr>
        <p:spPr>
          <a:xfrm>
            <a:off x="3842281" y="832721"/>
            <a:ext cx="45074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6.You Tube – Highest view</a:t>
            </a:r>
          </a:p>
          <a:p>
            <a:pPr algn="ctr"/>
            <a:endParaRPr lang="en-IN" sz="20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DD9FBB-C687-CC24-DC75-61938D2A191F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</p:spTree>
    <p:extLst>
      <p:ext uri="{BB962C8B-B14F-4D97-AF65-F5344CB8AC3E}">
        <p14:creationId xmlns:p14="http://schemas.microsoft.com/office/powerpoint/2010/main" val="1564802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8FE88-59BA-3E64-A084-E486DDBC6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94A771-E4FE-C645-3F24-FBEF1308CB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144"/>
            <a:ext cx="12192000" cy="6867144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D771F7D0-2A28-CB8D-3573-7B96E7C769F2}"/>
              </a:ext>
            </a:extLst>
          </p:cNvPr>
          <p:cNvSpPr txBox="1"/>
          <p:nvPr/>
        </p:nvSpPr>
        <p:spPr>
          <a:xfrm>
            <a:off x="1913220" y="230020"/>
            <a:ext cx="83655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BUSINESS RECOMMENDATIONS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E4B8AB-FCC0-CA87-379C-38EE777B06B3}"/>
              </a:ext>
            </a:extLst>
          </p:cNvPr>
          <p:cNvSpPr txBox="1"/>
          <p:nvPr/>
        </p:nvSpPr>
        <p:spPr>
          <a:xfrm>
            <a:off x="1873502" y="862029"/>
            <a:ext cx="8514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  <a:latin typeface="Arial Rounded MT Bold" panose="020F0704030504030204" pitchFamily="34" charset="0"/>
              </a:rPr>
              <a:t>1.Investing in Spotify or YouTube</a:t>
            </a:r>
            <a:r>
              <a:rPr lang="en-IN" sz="24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 to reduce platform risk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FFF787-4EE2-3B2C-E547-56498EC55367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67B280-85F3-EED2-487F-5CF25E100C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2772" y="2074348"/>
            <a:ext cx="7694460" cy="372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807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CDF27-D676-D952-38C7-E8C90BF13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A9B710-23A3-0EFB-49EF-C2647B4581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144"/>
            <a:ext cx="12192000" cy="6867144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5B088512-EB57-3710-709F-0619E8F05A25}"/>
              </a:ext>
            </a:extLst>
          </p:cNvPr>
          <p:cNvSpPr txBox="1"/>
          <p:nvPr/>
        </p:nvSpPr>
        <p:spPr>
          <a:xfrm>
            <a:off x="1913220" y="230020"/>
            <a:ext cx="83655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BUSINESS RECOMMENDATIONS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60188A-F491-2F53-AF6B-6D9D12BF07AD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3F715D-93FB-95C0-0BF7-DA1CDD58AF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4250" y="1529406"/>
            <a:ext cx="7110052" cy="46216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017068B-0BDE-B16B-41CC-BE43EEBF19AB}"/>
              </a:ext>
            </a:extLst>
          </p:cNvPr>
          <p:cNvSpPr txBox="1"/>
          <p:nvPr/>
        </p:nvSpPr>
        <p:spPr>
          <a:xfrm>
            <a:off x="3979074" y="858096"/>
            <a:ext cx="4405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FF00"/>
                </a:solidFill>
                <a:latin typeface="Arial Rounded MT Bold" panose="020F0704030504030204" pitchFamily="34" charset="0"/>
              </a:rPr>
              <a:t>2.Monitor song performance </a:t>
            </a:r>
          </a:p>
        </p:txBody>
      </p:sp>
    </p:spTree>
    <p:extLst>
      <p:ext uri="{BB962C8B-B14F-4D97-AF65-F5344CB8AC3E}">
        <p14:creationId xmlns:p14="http://schemas.microsoft.com/office/powerpoint/2010/main" val="257115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7AF29-26AA-6D50-C5F5-6D1DCE4A8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00B09F-5AC3-5B11-B378-BDF8A650FC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1C87DA-24BB-DFED-62F2-0685A958CCC0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AC7510-D39B-AAB9-94B9-652335601E48}"/>
              </a:ext>
            </a:extLst>
          </p:cNvPr>
          <p:cNvSpPr txBox="1"/>
          <p:nvPr/>
        </p:nvSpPr>
        <p:spPr>
          <a:xfrm>
            <a:off x="2402140" y="937093"/>
            <a:ext cx="7281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3.Release music strategically based on location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C9CC846-5D70-524C-DC48-F5219D9371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2140" y="1644979"/>
            <a:ext cx="7107619" cy="39463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5B9B57-E7B8-08DC-6AC3-E71FD600C553}"/>
              </a:ext>
            </a:extLst>
          </p:cNvPr>
          <p:cNvSpPr txBox="1"/>
          <p:nvPr/>
        </p:nvSpPr>
        <p:spPr>
          <a:xfrm>
            <a:off x="1913220" y="230020"/>
            <a:ext cx="83655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BUSINESS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622926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6A3E0-C5D7-04A8-10E2-C96DD1B97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F88B42-9C4A-7738-21EA-F246CA44A1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3583A7-13D6-BE9B-19A2-49C57182B7F0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D04F46-7A69-2062-9739-D8D34D85D2F9}"/>
              </a:ext>
            </a:extLst>
          </p:cNvPr>
          <p:cNvSpPr txBox="1"/>
          <p:nvPr/>
        </p:nvSpPr>
        <p:spPr>
          <a:xfrm>
            <a:off x="493776" y="2325884"/>
            <a:ext cx="61664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4. </a:t>
            </a:r>
            <a:r>
              <a:rPr lang="en-IN" sz="2400" b="1" dirty="0" err="1">
                <a:solidFill>
                  <a:srgbClr val="00B0F0"/>
                </a:solidFill>
                <a:latin typeface="Arial Rounded MT Bold" panose="020F0704030504030204" pitchFamily="34" charset="0"/>
              </a:rPr>
              <a:t>Shaboozey’s</a:t>
            </a:r>
            <a:r>
              <a:rPr lang="en-IN" sz="2400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  "A Bar Song“(Tipsy) </a:t>
            </a:r>
            <a:r>
              <a:rPr lang="en-IN" sz="24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and collaborate with creators like</a:t>
            </a:r>
            <a:r>
              <a:rPr lang="en-IN" sz="2400" b="1" dirty="0">
                <a:solidFill>
                  <a:srgbClr val="FFFF00"/>
                </a:solidFill>
                <a:latin typeface="Arial Rounded MT Bold" panose="020F0704030504030204" pitchFamily="34" charset="0"/>
              </a:rPr>
              <a:t> </a:t>
            </a:r>
            <a:r>
              <a:rPr lang="en-IN" sz="2400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Kevin MacLeod</a:t>
            </a:r>
          </a:p>
        </p:txBody>
      </p:sp>
      <p:pic>
        <p:nvPicPr>
          <p:cNvPr id="6" name="Picture 5" descr="A Bar Song (Tipsy) [Clean] song by Shaboozey from Where I've Been, Isn't  Where I'm Going on Amazon Music">
            <a:extLst>
              <a:ext uri="{FF2B5EF4-FFF2-40B4-BE49-F238E27FC236}">
                <a16:creationId xmlns:a16="http://schemas.microsoft.com/office/drawing/2014/main" id="{C9EE8681-F0F4-B133-5499-7FAF6408E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4538" y="1602776"/>
            <a:ext cx="3385207" cy="33852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2B0F33-251F-FEF1-9054-156BC22A32BF}"/>
              </a:ext>
            </a:extLst>
          </p:cNvPr>
          <p:cNvSpPr txBox="1"/>
          <p:nvPr/>
        </p:nvSpPr>
        <p:spPr>
          <a:xfrm>
            <a:off x="1913220" y="230020"/>
            <a:ext cx="83655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BUSINESS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70230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EAFA9-995D-55A8-E43F-48D4C89F1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5336DC-EEA1-914C-4FC0-BD521D6481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CFD78A-B8A9-0295-9E77-AA63F9117BDD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BE22AF-E7F9-B5A4-CB34-09FB57B2EF54}"/>
              </a:ext>
            </a:extLst>
          </p:cNvPr>
          <p:cNvSpPr txBox="1"/>
          <p:nvPr/>
        </p:nvSpPr>
        <p:spPr>
          <a:xfrm>
            <a:off x="5320230" y="2967335"/>
            <a:ext cx="6166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5. </a:t>
            </a:r>
            <a:r>
              <a:rPr lang="en-IN" sz="24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Blinding Lights by </a:t>
            </a:r>
            <a:r>
              <a:rPr lang="en-IN" sz="2400" dirty="0" err="1">
                <a:solidFill>
                  <a:srgbClr val="FFFF00"/>
                </a:solidFill>
                <a:latin typeface="Arial Rounded MT Bold" panose="020F0704030504030204" pitchFamily="34" charset="0"/>
              </a:rPr>
              <a:t>Weeknd</a:t>
            </a:r>
            <a:endParaRPr lang="en-IN" sz="2400" b="1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19CF9D-076C-299F-DD9C-0507E42F8DEB}"/>
              </a:ext>
            </a:extLst>
          </p:cNvPr>
          <p:cNvSpPr txBox="1"/>
          <p:nvPr/>
        </p:nvSpPr>
        <p:spPr>
          <a:xfrm>
            <a:off x="1913220" y="183071"/>
            <a:ext cx="83655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BUSINESS RECOMMENDATIONS</a:t>
            </a:r>
          </a:p>
        </p:txBody>
      </p:sp>
      <p:pic>
        <p:nvPicPr>
          <p:cNvPr id="2" name="Picture 1" descr="How The Weeknd and Other Artist's Complaints Influenced the Grammys">
            <a:extLst>
              <a:ext uri="{FF2B5EF4-FFF2-40B4-BE49-F238E27FC236}">
                <a16:creationId xmlns:a16="http://schemas.microsoft.com/office/drawing/2014/main" id="{791F5B19-3765-AD5B-A38F-D3D5FCE38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7604" y="1074027"/>
            <a:ext cx="2928783" cy="4851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50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5C954-A091-154F-362F-0AE098240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DD4D00-5D50-50D2-6668-1225E6479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DC8D72-385A-F2D8-830B-6CF1B553C907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4C69F1-0FF9-A665-F7C0-92D48CD1126D}"/>
              </a:ext>
            </a:extLst>
          </p:cNvPr>
          <p:cNvSpPr txBox="1"/>
          <p:nvPr/>
        </p:nvSpPr>
        <p:spPr>
          <a:xfrm>
            <a:off x="4129616" y="792074"/>
            <a:ext cx="3932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5. Comparison between </a:t>
            </a:r>
          </a:p>
          <a:p>
            <a:pPr algn="ctr"/>
            <a:r>
              <a:rPr lang="en-IN" sz="24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Platforms by Artist</a:t>
            </a:r>
            <a:endParaRPr lang="en-IN" sz="2400" b="1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D2093D-FE24-4B33-54DE-58F193C04CE9}"/>
              </a:ext>
            </a:extLst>
          </p:cNvPr>
          <p:cNvSpPr txBox="1"/>
          <p:nvPr/>
        </p:nvSpPr>
        <p:spPr>
          <a:xfrm>
            <a:off x="1913220" y="230020"/>
            <a:ext cx="83655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BUSINESS RECOMMENDATIONS</a:t>
            </a:r>
          </a:p>
        </p:txBody>
      </p:sp>
      <p:pic>
        <p:nvPicPr>
          <p:cNvPr id="6" name="Picture 5" descr="YouTube Music vs Spotify : Comparatif Complet pour Choisir (2026)">
            <a:extLst>
              <a:ext uri="{FF2B5EF4-FFF2-40B4-BE49-F238E27FC236}">
                <a16:creationId xmlns:a16="http://schemas.microsoft.com/office/drawing/2014/main" id="{27385727-EA30-23BE-2329-AD1EA3E40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5480" y="1623071"/>
            <a:ext cx="7969923" cy="4478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013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106441D0-E0B4-31AE-5AAC-4E4CD6A60D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3D15DB-1525-B0FA-4170-C3D5AAA08265}"/>
              </a:ext>
            </a:extLst>
          </p:cNvPr>
          <p:cNvSpPr txBox="1"/>
          <p:nvPr/>
        </p:nvSpPr>
        <p:spPr>
          <a:xfrm>
            <a:off x="4250390" y="231004"/>
            <a:ext cx="369121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THANK YOU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7BF528-7E0B-F81E-90F4-0B2D986FB7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114" y="5440297"/>
            <a:ext cx="1459382" cy="14593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D03A87-141B-D6A7-EBF4-70B0DEAFCF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853" y="5129783"/>
            <a:ext cx="2408268" cy="25024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ED68636-21AE-036C-E90B-9D778E6AEC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67" y="5294098"/>
            <a:ext cx="1583506" cy="158350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8B8DC54-DA32-3878-7235-D894DBE95203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3E00D3-6050-2367-3CBB-9F70129D9CA5}"/>
              </a:ext>
            </a:extLst>
          </p:cNvPr>
          <p:cNvSpPr txBox="1"/>
          <p:nvPr/>
        </p:nvSpPr>
        <p:spPr>
          <a:xfrm>
            <a:off x="4034733" y="4602061"/>
            <a:ext cx="4405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FF00"/>
                </a:solidFill>
                <a:latin typeface="Arial Rounded MT Bold" panose="020F0704030504030204" pitchFamily="34" charset="0"/>
              </a:rPr>
              <a:t>QUESTIONS ?  QUERIES ?</a:t>
            </a:r>
          </a:p>
        </p:txBody>
      </p:sp>
    </p:spTree>
    <p:extLst>
      <p:ext uri="{BB962C8B-B14F-4D97-AF65-F5344CB8AC3E}">
        <p14:creationId xmlns:p14="http://schemas.microsoft.com/office/powerpoint/2010/main" val="3406869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1525</TotalTime>
  <Words>638</Words>
  <Application>Microsoft Office PowerPoint</Application>
  <PresentationFormat>Widescreen</PresentationFormat>
  <Paragraphs>192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Arial Rounded MT Bold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Mamtha Santhosh Nuvesh</dc:creator>
  <cp:lastModifiedBy>Mamtha Santhosh Nuvesh</cp:lastModifiedBy>
  <cp:revision>17</cp:revision>
  <dcterms:created xsi:type="dcterms:W3CDTF">2026-07-15T12:54:32Z</dcterms:created>
  <dcterms:modified xsi:type="dcterms:W3CDTF">2026-08-11T13:56:42Z</dcterms:modified>
</cp:coreProperties>
</file>